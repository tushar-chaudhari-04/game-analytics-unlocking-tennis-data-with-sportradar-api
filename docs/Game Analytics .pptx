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22" autoAdjust="0"/>
  </p:normalViewPr>
  <p:slideViewPr>
    <p:cSldViewPr>
      <p:cViewPr varScale="1">
        <p:scale>
          <a:sx n="59" d="100"/>
          <a:sy n="59" d="100"/>
        </p:scale>
        <p:origin x="59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subTitle" idx="1"/>
          </p:nvPr>
        </p:nvSpPr>
        <p:spPr>
          <a:xfrm>
            <a:off x="980266" y="3237426"/>
            <a:ext cx="6786562" cy="1048678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chemeClr val="accent4"/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ctrTitle"/>
          </p:nvPr>
        </p:nvSpPr>
        <p:spPr>
          <a:xfrm>
            <a:off x="980266" y="1136650"/>
            <a:ext cx="6786562" cy="2360716"/>
          </a:xfrm>
        </p:spPr>
        <p:txBody>
          <a:bodyPr vert="horz" lIns="91440" tIns="45720" rIns="91440" bIns="4572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48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Click to edit Master </a:t>
            </a:r>
            <a:br>
              <a:rPr lang="en-US" sz="48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</a:br>
            <a:r>
              <a:rPr lang="en-US" sz="48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"/>
          </p:nvPr>
        </p:nvSpPr>
        <p:spPr>
          <a:xfrm>
            <a:off x="980266" y="5094260"/>
            <a:ext cx="5357061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rgbClr val="F0F0F0">
                    <a:lumMod val="75000"/>
                  </a:srgbClr>
                </a:solidFill>
                <a:latin typeface="Arial"/>
                <a:ea typeface="Arial"/>
              </a:rPr>
              <a:t>Signature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"/>
          </p:nvPr>
        </p:nvSpPr>
        <p:spPr>
          <a:xfrm>
            <a:off x="980266" y="5419201"/>
            <a:ext cx="5357061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rgbClr val="F0F0F0">
                    <a:lumMod val="75000"/>
                  </a:srgbClr>
                </a:solidFill>
                <a:latin typeface="Arial"/>
                <a:ea typeface="Arial"/>
              </a:rPr>
              <a:t>Date</a:t>
            </a:r>
          </a:p>
        </p:txBody>
      </p:sp>
      <p:pic>
        <p:nvPicPr>
          <p:cNvPr id="7" name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49530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idx="1"/>
          </p:nvPr>
        </p:nvSpPr>
        <p:spPr>
          <a:xfrm>
            <a:off x="669924" y="1123950"/>
            <a:ext cx="10850563" cy="50196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495300"/>
            <a:ext cx="12192000" cy="6858000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ctrTitle"/>
          </p:nvPr>
        </p:nvSpPr>
        <p:spPr>
          <a:xfrm>
            <a:off x="1454398" y="1396009"/>
            <a:ext cx="5426076" cy="1621509"/>
          </a:xfrm>
        </p:spPr>
        <p:txBody>
          <a:bodyPr vert="horz" lIns="91440" tIns="45720" rIns="91440" bIns="45720" anchor="b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ct val="0"/>
              </a:spcBef>
            </a:pPr>
            <a:r>
              <a:rPr lang="en-US" sz="7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Conclusion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/>
          </p:nvPr>
        </p:nvSpPr>
        <p:spPr>
          <a:xfrm>
            <a:off x="1451001" y="3511745"/>
            <a:ext cx="5426076" cy="310871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marR="0" indent="-228589" algn="l" fontAlgn="auto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15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/>
          </p:nvPr>
        </p:nvSpPr>
        <p:spPr>
          <a:xfrm>
            <a:off x="1451002" y="3215474"/>
            <a:ext cx="5426076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Signature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671512" y="812165"/>
            <a:ext cx="12192000" cy="6858000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5787424" y="3142015"/>
            <a:ext cx="5419185" cy="895350"/>
          </a:xfrm>
        </p:spPr>
        <p:txBody>
          <a:bodyPr vert="horz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idx="1"/>
          </p:nvPr>
        </p:nvSpPr>
        <p:spPr>
          <a:xfrm>
            <a:off x="5787423" y="4114354"/>
            <a:ext cx="5419185" cy="1015623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</a:pPr>
            <a:r>
              <a:rPr lang="en-US" sz="1100" b="0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</a:rPr>
              <a:t>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sz="half" idx="2"/>
          </p:nvPr>
        </p:nvSpPr>
        <p:spPr>
          <a:xfrm>
            <a:off x="6172199" y="1130300"/>
            <a:ext cx="5348287" cy="50069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sz="half" idx="13"/>
          </p:nvPr>
        </p:nvSpPr>
        <p:spPr>
          <a:xfrm>
            <a:off x="669924" y="1130300"/>
            <a:ext cx="5348287" cy="50069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dt" sz="half" idx="14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6" name="AutoShape 6"/>
          <p:cNvSpPr>
            <a:spLocks noGrp="1"/>
          </p:cNvSpPr>
          <p:nvPr>
            <p:ph type="ftr" sz="quarter" idx="15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id="7" name="AutoShape 7"/>
          <p:cNvSpPr>
            <a:spLocks noGrp="1"/>
          </p:cNvSpPr>
          <p:nvPr>
            <p:ph type="sldNum" sz="quarter" idx="16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idx="1"/>
          </p:nvPr>
        </p:nvSpPr>
        <p:spPr>
          <a:xfrm>
            <a:off x="665163" y="1135380"/>
            <a:ext cx="5326061" cy="448976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20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sz="half" idx="2"/>
          </p:nvPr>
        </p:nvSpPr>
        <p:spPr>
          <a:xfrm>
            <a:off x="671514" y="1685956"/>
            <a:ext cx="5326061" cy="4503707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"/>
          </p:nvPr>
        </p:nvSpPr>
        <p:spPr>
          <a:xfrm>
            <a:off x="6194426" y="1135380"/>
            <a:ext cx="5326061" cy="448976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2000" b="1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sz="quarter" idx="4"/>
          </p:nvPr>
        </p:nvSpPr>
        <p:spPr>
          <a:xfrm>
            <a:off x="6172199" y="1685956"/>
            <a:ext cx="5348287" cy="4503707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6" name="AutoShape 6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8" name="AutoShape 8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id="9" name="AutoShape 9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idx="1"/>
          </p:nvPr>
        </p:nvSpPr>
        <p:spPr>
          <a:xfrm>
            <a:off x="5183188" y="1130299"/>
            <a:ext cx="6337300" cy="5006975"/>
          </a:xfrm>
          <a:solidFill>
            <a:srgbClr val="FFFFFF">
              <a:lumMod val="95000"/>
            </a:srgbClr>
          </a:solidFill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Picture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half" idx="2"/>
          </p:nvPr>
        </p:nvSpPr>
        <p:spPr>
          <a:xfrm>
            <a:off x="669924" y="1138237"/>
            <a:ext cx="4282322" cy="4999037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6" name="AutoShape 6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id="7" name="AutoShape 7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8610599" y="1130300"/>
            <a:ext cx="2909888" cy="5006974"/>
          </a:xfrm>
        </p:spPr>
        <p:txBody>
          <a:bodyPr vert="eaVert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9925" y="1130300"/>
            <a:ext cx="7795065" cy="5006973"/>
          </a:xfrm>
        </p:spPr>
        <p:txBody>
          <a:bodyPr vert="eaVert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id="5" name="AutoShape 5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zh-CN" alt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ctrTitle"/>
          </p:nvPr>
        </p:nvSpPr>
        <p:spPr>
          <a:xfrm>
            <a:off x="228600" y="1066800"/>
            <a:ext cx="6786562" cy="3477875"/>
          </a:xfrm>
        </p:spPr>
        <p:txBody>
          <a:bodyPr vert="horz" lIns="91440" tIns="45720" rIns="91440" bIns="45720" anchor="ctr">
            <a:spAutoFit/>
          </a:bodyPr>
          <a:lstStyle/>
          <a:p>
            <a:br>
              <a:rPr lang="en-IN" dirty="0">
                <a:latin typeface="Bodoni MT Black" panose="02070A03080606020203" pitchFamily="18" charset="0"/>
              </a:rPr>
            </a:br>
            <a:br>
              <a:rPr lang="en-IN" dirty="0">
                <a:latin typeface="Bodoni MT Black" panose="02070A03080606020203" pitchFamily="18" charset="0"/>
              </a:rPr>
            </a:br>
            <a:r>
              <a:rPr lang="en-US" dirty="0">
                <a:latin typeface="Bodoni MT Black" panose="02070A03080606020203" pitchFamily="18" charset="0"/>
              </a:rPr>
              <a:t> </a:t>
            </a:r>
            <a:r>
              <a:rPr lang="en-US" b="1" dirty="0">
                <a:latin typeface="Bodoni MT Black" panose="02070A03080606020203" pitchFamily="18" charset="0"/>
              </a:rPr>
              <a:t>Game Analytics: Unlocking Tennis Data with </a:t>
            </a:r>
            <a:r>
              <a:rPr lang="en-US" b="1" dirty="0" err="1">
                <a:latin typeface="Bodoni MT Black" panose="02070A03080606020203" pitchFamily="18" charset="0"/>
              </a:rPr>
              <a:t>SportRadar</a:t>
            </a:r>
            <a:r>
              <a:rPr lang="en-US" b="1" dirty="0">
                <a:latin typeface="Bodoni MT Black" panose="02070A03080606020203" pitchFamily="18" charset="0"/>
              </a:rPr>
              <a:t> API </a:t>
            </a:r>
            <a:r>
              <a:rPr lang="en-US" dirty="0">
                <a:latin typeface="Bodoni MT Black" panose="02070A03080606020203" pitchFamily="18" charset="0"/>
              </a:rPr>
              <a:t>	</a:t>
            </a:r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979095" y="1130300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Project Overview</a:t>
            </a:r>
          </a:p>
        </p:txBody>
      </p:sp>
      <p:sp>
        <p:nvSpPr>
          <p:cNvPr id="3" name="AutoShape 3"/>
          <p:cNvSpPr/>
          <p:nvPr/>
        </p:nvSpPr>
        <p:spPr>
          <a:xfrm rot="19800000" flipH="1">
            <a:off x="2558631" y="941372"/>
            <a:ext cx="840930" cy="724933"/>
          </a:xfrm>
          <a:prstGeom prst="triangle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818740" y="1186757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979095" y="1977072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Problem Statement</a:t>
            </a:r>
          </a:p>
        </p:txBody>
      </p:sp>
      <p:sp>
        <p:nvSpPr>
          <p:cNvPr id="6" name="AutoShape 6"/>
          <p:cNvSpPr/>
          <p:nvPr/>
        </p:nvSpPr>
        <p:spPr>
          <a:xfrm rot="19800000" flipH="1">
            <a:off x="2558631" y="1788144"/>
            <a:ext cx="840930" cy="724933"/>
          </a:xfrm>
          <a:prstGeom prst="triangle">
            <a:avLst/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818740" y="2033530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79095" y="2823844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About SportRadar API</a:t>
            </a:r>
          </a:p>
        </p:txBody>
      </p:sp>
      <p:sp>
        <p:nvSpPr>
          <p:cNvPr id="9" name="AutoShape 9"/>
          <p:cNvSpPr/>
          <p:nvPr/>
        </p:nvSpPr>
        <p:spPr>
          <a:xfrm rot="19800000" flipH="1">
            <a:off x="2558631" y="2634916"/>
            <a:ext cx="840930" cy="724933"/>
          </a:xfrm>
          <a:prstGeom prst="triangle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2818740" y="2880301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79095" y="3670616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Project Objectives</a:t>
            </a:r>
          </a:p>
        </p:txBody>
      </p:sp>
      <p:sp>
        <p:nvSpPr>
          <p:cNvPr id="12" name="AutoShape 12"/>
          <p:cNvSpPr/>
          <p:nvPr/>
        </p:nvSpPr>
        <p:spPr>
          <a:xfrm rot="19800000" flipH="1">
            <a:off x="2558631" y="3481688"/>
            <a:ext cx="840930" cy="724933"/>
          </a:xfrm>
          <a:prstGeom prst="triangle">
            <a:avLst/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2818740" y="3727073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979095" y="4517387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System Architecture</a:t>
            </a:r>
          </a:p>
        </p:txBody>
      </p:sp>
      <p:sp>
        <p:nvSpPr>
          <p:cNvPr id="15" name="AutoShape 15"/>
          <p:cNvSpPr/>
          <p:nvPr/>
        </p:nvSpPr>
        <p:spPr>
          <a:xfrm rot="19800000" flipH="1">
            <a:off x="2558631" y="4328459"/>
            <a:ext cx="840930" cy="724933"/>
          </a:xfrm>
          <a:prstGeom prst="triangle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2818740" y="4573843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1491" y="1376706"/>
            <a:ext cx="2044149" cy="369332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algn="l"/>
            <a:r>
              <a:rPr lang="zh-CN" altLang="en-US" sz="2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Table of Contents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2979095" y="5343858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810000" tIns="45720" rIns="91440" bIns="45720" anchor="ctr">
            <a:prstTxWarp prst="textNoShape">
              <a:avLst/>
            </a:prstTxWarp>
            <a:no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Types &amp; Coverage</a:t>
            </a:r>
          </a:p>
        </p:txBody>
      </p:sp>
      <p:sp>
        <p:nvSpPr>
          <p:cNvPr id="19" name="AutoShape 19"/>
          <p:cNvSpPr/>
          <p:nvPr/>
        </p:nvSpPr>
        <p:spPr>
          <a:xfrm rot="19800000" flipH="1">
            <a:off x="2558631" y="5154930"/>
            <a:ext cx="840930" cy="724933"/>
          </a:xfrm>
          <a:prstGeom prst="triangle">
            <a:avLst/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818740" y="5400315"/>
            <a:ext cx="470000" cy="4308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Project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473174" y="2036600"/>
            <a:ext cx="234950" cy="832644"/>
          </a:xfrm>
          <a:custGeom>
            <a:avLst/>
            <a:gdLst/>
            <a:ahLst/>
            <a:cxnLst/>
            <a:rect l="l" t="t" r="r" b="b"/>
            <a:pathLst>
              <a:path w="21467" h="21506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884459" y="1685677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Core Objective</a:t>
            </a:r>
          </a:p>
        </p:txBody>
      </p:sp>
      <p:sp>
        <p:nvSpPr>
          <p:cNvPr id="4" name="AutoShape 4"/>
          <p:cNvSpPr/>
          <p:nvPr/>
        </p:nvSpPr>
        <p:spPr>
          <a:xfrm>
            <a:off x="1884459" y="2570396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This project establishes a unified platform for tennis data analytics, leveraging SportRadar's API to provide real-time match statistics and player performance metrics for data-driven insights.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8759669" y="2036599"/>
            <a:ext cx="234950" cy="832644"/>
          </a:xfrm>
          <a:custGeom>
            <a:avLst/>
            <a:gdLst/>
            <a:ahLst/>
            <a:cxnLst/>
            <a:rect l="l" t="t" r="r" b="b"/>
            <a:pathLst>
              <a:path w="21467" h="21506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170953" y="1704696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Key Integration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7170953" y="2570396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platform integrates with SportRadar's industry-leading API, ensuring access to comprehensive and reliable tennis data from global tournaments.</a:t>
            </a:r>
          </a:p>
        </p:txBody>
      </p:sp>
      <p:sp>
        <p:nvSpPr>
          <p:cNvPr id="8" name="AutoShape 8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Comprehensive Tennis Analytics Platform</a:t>
            </a: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Challenges in Tennis Analytics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2258640" y="2139967"/>
            <a:ext cx="234950" cy="832644"/>
          </a:xfrm>
          <a:custGeom>
            <a:avLst/>
            <a:gdLst/>
            <a:ahLst/>
            <a:cxnLst/>
            <a:rect l="l" t="t" r="r" b="b"/>
            <a:pathLst>
              <a:path w="21467" h="21506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9925" y="1789044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Fragmented Data Sources</a:t>
            </a:r>
          </a:p>
        </p:txBody>
      </p:sp>
      <p:sp>
        <p:nvSpPr>
          <p:cNvPr id="5" name="AutoShape 5"/>
          <p:cNvSpPr/>
          <p:nvPr/>
        </p:nvSpPr>
        <p:spPr>
          <a:xfrm>
            <a:off x="669925" y="2673763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Tennis data is often scattered across multiple platforms, making it difficult to compile a complete picture of player and match performance.</a:t>
            </a:r>
          </a:p>
        </p:txBody>
      </p:sp>
      <p:sp>
        <p:nvSpPr>
          <p:cNvPr id="6" name="Freeform 6"/>
          <p:cNvSpPr/>
          <p:nvPr/>
        </p:nvSpPr>
        <p:spPr>
          <a:xfrm rot="5400000">
            <a:off x="5909616" y="2139967"/>
            <a:ext cx="234950" cy="832644"/>
          </a:xfrm>
          <a:custGeom>
            <a:avLst/>
            <a:gdLst/>
            <a:ahLst/>
            <a:cxnLst/>
            <a:rect l="l" t="t" r="r" b="b"/>
            <a:pathLst>
              <a:path w="21467" h="21506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320901" y="1789044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Limited Real-Time Access</a:t>
            </a:r>
          </a:p>
        </p:txBody>
      </p:sp>
      <p:sp>
        <p:nvSpPr>
          <p:cNvPr id="8" name="AutoShape 8"/>
          <p:cNvSpPr/>
          <p:nvPr/>
        </p:nvSpPr>
        <p:spPr>
          <a:xfrm>
            <a:off x="4320901" y="2673763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Accessing real-time match information and updates is a significant challenge, hindering timely analysis and decision-making.</a:t>
            </a:r>
          </a:p>
        </p:txBody>
      </p:sp>
      <p:sp>
        <p:nvSpPr>
          <p:cNvPr id="9" name="Freeform 9"/>
          <p:cNvSpPr/>
          <p:nvPr/>
        </p:nvSpPr>
        <p:spPr>
          <a:xfrm rot="5400000">
            <a:off x="9548608" y="2139967"/>
            <a:ext cx="234950" cy="832644"/>
          </a:xfrm>
          <a:custGeom>
            <a:avLst/>
            <a:gdLst/>
            <a:ahLst/>
            <a:cxnLst/>
            <a:rect l="l" t="t" r="r" b="b"/>
            <a:pathLst>
              <a:path w="21467" h="21506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 fontAlgn="base"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959893" y="1789044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Solution via SportRadar API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959893" y="2673763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wrap="square" lIns="91440" tIns="406800" rIns="91440" bIns="45720" anchor="t">
            <a:no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 unified analytics platform built on SportRadar API addresses these challenges by centralizing data and providing real-time access.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3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About SportRadar API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Why SportRadar?</a:t>
            </a:r>
          </a:p>
        </p:txBody>
      </p:sp>
      <p:sp>
        <p:nvSpPr>
          <p:cNvPr id="3" name="Freeform 3"/>
          <p:cNvSpPr/>
          <p:nvPr/>
        </p:nvSpPr>
        <p:spPr>
          <a:xfrm>
            <a:off x="673100" y="3983292"/>
            <a:ext cx="3020766" cy="2163508"/>
          </a:xfrm>
          <a:custGeom>
            <a:avLst/>
            <a:gdLst/>
            <a:ahLst/>
            <a:cxnLst/>
            <a:rect l="l" t="t" r="r" b="b"/>
            <a:pathLst>
              <a:path w="2967" h="2125">
                <a:moveTo>
                  <a:pt x="1320" y="2125"/>
                </a:moveTo>
                <a:lnTo>
                  <a:pt x="2967" y="733"/>
                </a:lnTo>
                <a:lnTo>
                  <a:pt x="2697" y="239"/>
                </a:lnTo>
                <a:lnTo>
                  <a:pt x="2228" y="0"/>
                </a:lnTo>
                <a:lnTo>
                  <a:pt x="0" y="1759"/>
                </a:lnTo>
                <a:lnTo>
                  <a:pt x="2" y="2122"/>
                </a:lnTo>
                <a:lnTo>
                  <a:pt x="1320" y="2125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rot="21480000">
            <a:off x="2151553" y="4433688"/>
            <a:ext cx="2859684" cy="1723200"/>
          </a:xfrm>
          <a:custGeom>
            <a:avLst/>
            <a:gdLst/>
            <a:ahLst/>
            <a:cxnLst/>
            <a:rect l="l" t="t" r="r" b="b"/>
            <a:pathLst>
              <a:path w="2859684" h="1723200">
                <a:moveTo>
                  <a:pt x="2107292" y="0"/>
                </a:moveTo>
                <a:lnTo>
                  <a:pt x="2584791" y="243331"/>
                </a:lnTo>
                <a:lnTo>
                  <a:pt x="2859684" y="746283"/>
                </a:lnTo>
                <a:lnTo>
                  <a:pt x="1703806" y="1723200"/>
                </a:lnTo>
                <a:lnTo>
                  <a:pt x="0" y="1663701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673100" y="2495154"/>
            <a:ext cx="2936262" cy="3136832"/>
          </a:xfrm>
          <a:custGeom>
            <a:avLst/>
            <a:gdLst/>
            <a:ahLst/>
            <a:cxnLst/>
            <a:rect l="l" t="t" r="r" b="b"/>
            <a:pathLst>
              <a:path w="2884" h="3081">
                <a:moveTo>
                  <a:pt x="2080" y="0"/>
                </a:moveTo>
                <a:lnTo>
                  <a:pt x="0" y="1655"/>
                </a:lnTo>
                <a:lnTo>
                  <a:pt x="0" y="3081"/>
                </a:lnTo>
                <a:lnTo>
                  <a:pt x="2884" y="796"/>
                </a:lnTo>
                <a:lnTo>
                  <a:pt x="2591" y="259"/>
                </a:lnTo>
                <a:lnTo>
                  <a:pt x="208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2859488" y="2423248"/>
            <a:ext cx="878104" cy="853459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chemeClr val="accent1"/>
          </a:solidFill>
          <a:ln w="114300">
            <a:solidFill>
              <a:srgbClr val="FFFFFF"/>
            </a:solidFill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2974807" y="3917514"/>
            <a:ext cx="825972" cy="802791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rgbClr val="FFFFFF">
              <a:lumMod val="85000"/>
            </a:srgbClr>
          </a:solidFill>
          <a:ln w="114300">
            <a:solidFill>
              <a:srgbClr val="FFFFFF"/>
            </a:solidFill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4310808" y="4318276"/>
            <a:ext cx="825972" cy="802791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rgbClr val="FFFFFF">
              <a:lumMod val="85000"/>
            </a:srgbClr>
          </a:solidFill>
          <a:ln w="114300">
            <a:solidFill>
              <a:srgbClr val="FFFFFF"/>
            </a:solidFill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2866228" y="2421901"/>
            <a:ext cx="878104" cy="853459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2981147" y="3916247"/>
            <a:ext cx="825972" cy="802791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4317148" y="4317009"/>
            <a:ext cx="825972" cy="802791"/>
          </a:xfrm>
          <a:custGeom>
            <a:avLst/>
            <a:gdLst/>
            <a:ahLst/>
            <a:cxnLst/>
            <a:rect l="l" t="t" r="r" b="b"/>
            <a:pathLst>
              <a:path w="678" h="659">
                <a:moveTo>
                  <a:pt x="558" y="643"/>
                </a:moveTo>
                <a:cubicBezTo>
                  <a:pt x="560" y="634"/>
                  <a:pt x="561" y="619"/>
                  <a:pt x="557" y="594"/>
                </a:cubicBezTo>
                <a:cubicBezTo>
                  <a:pt x="557" y="594"/>
                  <a:pt x="556" y="582"/>
                  <a:pt x="554" y="567"/>
                </a:cubicBezTo>
                <a:cubicBezTo>
                  <a:pt x="553" y="553"/>
                  <a:pt x="562" y="532"/>
                  <a:pt x="574" y="522"/>
                </a:cubicBezTo>
                <a:cubicBezTo>
                  <a:pt x="612" y="491"/>
                  <a:pt x="612" y="491"/>
                  <a:pt x="612" y="491"/>
                </a:cubicBezTo>
                <a:cubicBezTo>
                  <a:pt x="612" y="491"/>
                  <a:pt x="623" y="483"/>
                  <a:pt x="627" y="468"/>
                </a:cubicBezTo>
                <a:cubicBezTo>
                  <a:pt x="632" y="453"/>
                  <a:pt x="620" y="433"/>
                  <a:pt x="610" y="435"/>
                </a:cubicBezTo>
                <a:cubicBezTo>
                  <a:pt x="600" y="436"/>
                  <a:pt x="583" y="446"/>
                  <a:pt x="570" y="452"/>
                </a:cubicBezTo>
                <a:cubicBezTo>
                  <a:pt x="557" y="459"/>
                  <a:pt x="545" y="450"/>
                  <a:pt x="544" y="434"/>
                </a:cubicBezTo>
                <a:cubicBezTo>
                  <a:pt x="542" y="404"/>
                  <a:pt x="542" y="404"/>
                  <a:pt x="542" y="404"/>
                </a:cubicBezTo>
                <a:cubicBezTo>
                  <a:pt x="541" y="388"/>
                  <a:pt x="551" y="367"/>
                  <a:pt x="565" y="359"/>
                </a:cubicBezTo>
                <a:cubicBezTo>
                  <a:pt x="574" y="352"/>
                  <a:pt x="574" y="352"/>
                  <a:pt x="574" y="352"/>
                </a:cubicBezTo>
                <a:cubicBezTo>
                  <a:pt x="588" y="343"/>
                  <a:pt x="609" y="326"/>
                  <a:pt x="614" y="310"/>
                </a:cubicBezTo>
                <a:cubicBezTo>
                  <a:pt x="614" y="310"/>
                  <a:pt x="614" y="310"/>
                  <a:pt x="614" y="310"/>
                </a:cubicBezTo>
                <a:cubicBezTo>
                  <a:pt x="619" y="294"/>
                  <a:pt x="603" y="275"/>
                  <a:pt x="591" y="274"/>
                </a:cubicBezTo>
                <a:cubicBezTo>
                  <a:pt x="580" y="273"/>
                  <a:pt x="558" y="282"/>
                  <a:pt x="543" y="286"/>
                </a:cubicBezTo>
                <a:cubicBezTo>
                  <a:pt x="527" y="290"/>
                  <a:pt x="513" y="280"/>
                  <a:pt x="511" y="264"/>
                </a:cubicBezTo>
                <a:cubicBezTo>
                  <a:pt x="509" y="249"/>
                  <a:pt x="509" y="249"/>
                  <a:pt x="509" y="249"/>
                </a:cubicBezTo>
                <a:cubicBezTo>
                  <a:pt x="508" y="232"/>
                  <a:pt x="516" y="210"/>
                  <a:pt x="528" y="199"/>
                </a:cubicBezTo>
                <a:cubicBezTo>
                  <a:pt x="645" y="90"/>
                  <a:pt x="645" y="90"/>
                  <a:pt x="645" y="90"/>
                </a:cubicBezTo>
                <a:cubicBezTo>
                  <a:pt x="657" y="78"/>
                  <a:pt x="675" y="58"/>
                  <a:pt x="677" y="42"/>
                </a:cubicBezTo>
                <a:cubicBezTo>
                  <a:pt x="677" y="39"/>
                  <a:pt x="677" y="37"/>
                  <a:pt x="677" y="35"/>
                </a:cubicBezTo>
                <a:cubicBezTo>
                  <a:pt x="678" y="27"/>
                  <a:pt x="673" y="19"/>
                  <a:pt x="667" y="13"/>
                </a:cubicBezTo>
                <a:cubicBezTo>
                  <a:pt x="661" y="6"/>
                  <a:pt x="654" y="1"/>
                  <a:pt x="646" y="0"/>
                </a:cubicBezTo>
                <a:cubicBezTo>
                  <a:pt x="644" y="0"/>
                  <a:pt x="642" y="0"/>
                  <a:pt x="639" y="0"/>
                </a:cubicBezTo>
                <a:cubicBezTo>
                  <a:pt x="623" y="1"/>
                  <a:pt x="601" y="16"/>
                  <a:pt x="588" y="27"/>
                </a:cubicBezTo>
                <a:cubicBezTo>
                  <a:pt x="468" y="132"/>
                  <a:pt x="468" y="132"/>
                  <a:pt x="468" y="132"/>
                </a:cubicBezTo>
                <a:cubicBezTo>
                  <a:pt x="455" y="143"/>
                  <a:pt x="432" y="149"/>
                  <a:pt x="416" y="146"/>
                </a:cubicBezTo>
                <a:cubicBezTo>
                  <a:pt x="402" y="143"/>
                  <a:pt x="402" y="143"/>
                  <a:pt x="402" y="143"/>
                </a:cubicBezTo>
                <a:cubicBezTo>
                  <a:pt x="385" y="139"/>
                  <a:pt x="377" y="124"/>
                  <a:pt x="383" y="109"/>
                </a:cubicBezTo>
                <a:cubicBezTo>
                  <a:pt x="389" y="94"/>
                  <a:pt x="399" y="73"/>
                  <a:pt x="399" y="62"/>
                </a:cubicBezTo>
                <a:cubicBezTo>
                  <a:pt x="400" y="50"/>
                  <a:pt x="382" y="32"/>
                  <a:pt x="366" y="36"/>
                </a:cubicBezTo>
                <a:cubicBezTo>
                  <a:pt x="366" y="36"/>
                  <a:pt x="366" y="36"/>
                  <a:pt x="366" y="36"/>
                </a:cubicBezTo>
                <a:cubicBezTo>
                  <a:pt x="350" y="39"/>
                  <a:pt x="330" y="58"/>
                  <a:pt x="320" y="71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02" y="92"/>
                  <a:pt x="281" y="101"/>
                  <a:pt x="265" y="98"/>
                </a:cubicBezTo>
                <a:cubicBezTo>
                  <a:pt x="236" y="92"/>
                  <a:pt x="236" y="92"/>
                  <a:pt x="236" y="92"/>
                </a:cubicBezTo>
                <a:cubicBezTo>
                  <a:pt x="219" y="90"/>
                  <a:pt x="212" y="77"/>
                  <a:pt x="220" y="65"/>
                </a:cubicBezTo>
                <a:cubicBezTo>
                  <a:pt x="227" y="52"/>
                  <a:pt x="239" y="36"/>
                  <a:pt x="241" y="27"/>
                </a:cubicBezTo>
                <a:cubicBezTo>
                  <a:pt x="244" y="17"/>
                  <a:pt x="225" y="4"/>
                  <a:pt x="210" y="6"/>
                </a:cubicBezTo>
                <a:cubicBezTo>
                  <a:pt x="195" y="9"/>
                  <a:pt x="186" y="19"/>
                  <a:pt x="186" y="19"/>
                </a:cubicBezTo>
                <a:cubicBezTo>
                  <a:pt x="151" y="54"/>
                  <a:pt x="151" y="54"/>
                  <a:pt x="151" y="54"/>
                </a:cubicBezTo>
                <a:cubicBezTo>
                  <a:pt x="139" y="65"/>
                  <a:pt x="118" y="72"/>
                  <a:pt x="104" y="69"/>
                </a:cubicBezTo>
                <a:cubicBezTo>
                  <a:pt x="89" y="66"/>
                  <a:pt x="78" y="63"/>
                  <a:pt x="78" y="63"/>
                </a:cubicBezTo>
                <a:cubicBezTo>
                  <a:pt x="53" y="57"/>
                  <a:pt x="38" y="56"/>
                  <a:pt x="29" y="58"/>
                </a:cubicBezTo>
                <a:cubicBezTo>
                  <a:pt x="13" y="61"/>
                  <a:pt x="30" y="87"/>
                  <a:pt x="45" y="95"/>
                </a:cubicBezTo>
                <a:cubicBezTo>
                  <a:pt x="293" y="257"/>
                  <a:pt x="293" y="257"/>
                  <a:pt x="293" y="257"/>
                </a:cubicBezTo>
                <a:cubicBezTo>
                  <a:pt x="308" y="265"/>
                  <a:pt x="311" y="280"/>
                  <a:pt x="300" y="289"/>
                </a:cubicBezTo>
                <a:cubicBezTo>
                  <a:pt x="136" y="438"/>
                  <a:pt x="136" y="438"/>
                  <a:pt x="136" y="438"/>
                </a:cubicBezTo>
                <a:cubicBezTo>
                  <a:pt x="124" y="449"/>
                  <a:pt x="100" y="456"/>
                  <a:pt x="85" y="450"/>
                </a:cubicBezTo>
                <a:cubicBezTo>
                  <a:pt x="70" y="447"/>
                  <a:pt x="70" y="447"/>
                  <a:pt x="70" y="447"/>
                </a:cubicBezTo>
                <a:cubicBezTo>
                  <a:pt x="54" y="441"/>
                  <a:pt x="33" y="439"/>
                  <a:pt x="24" y="442"/>
                </a:cubicBezTo>
                <a:cubicBezTo>
                  <a:pt x="8" y="450"/>
                  <a:pt x="2" y="461"/>
                  <a:pt x="1" y="473"/>
                </a:cubicBezTo>
                <a:cubicBezTo>
                  <a:pt x="0" y="482"/>
                  <a:pt x="10" y="500"/>
                  <a:pt x="35" y="508"/>
                </a:cubicBezTo>
                <a:cubicBezTo>
                  <a:pt x="50" y="516"/>
                  <a:pt x="70" y="521"/>
                  <a:pt x="88" y="536"/>
                </a:cubicBezTo>
                <a:cubicBezTo>
                  <a:pt x="101" y="555"/>
                  <a:pt x="104" y="576"/>
                  <a:pt x="110" y="592"/>
                </a:cubicBezTo>
                <a:cubicBezTo>
                  <a:pt x="116" y="617"/>
                  <a:pt x="133" y="629"/>
                  <a:pt x="142" y="629"/>
                </a:cubicBezTo>
                <a:cubicBezTo>
                  <a:pt x="154" y="629"/>
                  <a:pt x="165" y="625"/>
                  <a:pt x="175" y="609"/>
                </a:cubicBezTo>
                <a:cubicBezTo>
                  <a:pt x="179" y="600"/>
                  <a:pt x="179" y="579"/>
                  <a:pt x="175" y="563"/>
                </a:cubicBezTo>
                <a:cubicBezTo>
                  <a:pt x="173" y="548"/>
                  <a:pt x="173" y="548"/>
                  <a:pt x="173" y="548"/>
                </a:cubicBezTo>
                <a:cubicBezTo>
                  <a:pt x="169" y="532"/>
                  <a:pt x="178" y="509"/>
                  <a:pt x="190" y="498"/>
                </a:cubicBezTo>
                <a:cubicBezTo>
                  <a:pt x="355" y="350"/>
                  <a:pt x="355" y="350"/>
                  <a:pt x="355" y="350"/>
                </a:cubicBezTo>
                <a:cubicBezTo>
                  <a:pt x="366" y="340"/>
                  <a:pt x="380" y="345"/>
                  <a:pt x="386" y="360"/>
                </a:cubicBezTo>
                <a:cubicBezTo>
                  <a:pt x="522" y="624"/>
                  <a:pt x="522" y="624"/>
                  <a:pt x="522" y="624"/>
                </a:cubicBezTo>
                <a:cubicBezTo>
                  <a:pt x="529" y="639"/>
                  <a:pt x="553" y="659"/>
                  <a:pt x="558" y="643"/>
                </a:cubicBezTo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816234" y="3004965"/>
            <a:ext cx="470266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Comprehensive Data Coverage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817915" y="3464511"/>
            <a:ext cx="4700985" cy="89037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API provides real-time data updates and historical data dating back over 10 years, ensuring a rich dataset for analysis.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16234" y="4666089"/>
            <a:ext cx="470266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Technical Reliability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17915" y="5125635"/>
            <a:ext cx="4700985" cy="89037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Featuring a RESTful API with JSON responses, SportRadar ensures reliable uptime and support for seamless integration.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16234" y="1470788"/>
            <a:ext cx="4702666" cy="338554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Global Sports Data Leader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19503" y="1882832"/>
            <a:ext cx="4700985" cy="89037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SportRadar is a global leader in sports data, offering extensive coverage of 500+ tennis tournaments worldwide.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6917866" y="2796524"/>
            <a:ext cx="4601034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9" name="Connector 19"/>
          <p:cNvCxnSpPr/>
          <p:nvPr/>
        </p:nvCxnSpPr>
        <p:spPr>
          <a:xfrm>
            <a:off x="6917866" y="4413092"/>
            <a:ext cx="4601034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13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Project 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Goals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011897" y="1129675"/>
            <a:ext cx="4852418" cy="5017750"/>
            <a:chOff x="6506958" y="705228"/>
            <a:chExt cx="5279207" cy="5459089"/>
          </a:xfrm>
        </p:grpSpPr>
        <p:sp>
          <p:nvSpPr>
            <p:cNvPr id="4" name="Freeform 4"/>
            <p:cNvSpPr/>
            <p:nvPr/>
          </p:nvSpPr>
          <p:spPr>
            <a:xfrm>
              <a:off x="6506958" y="705228"/>
              <a:ext cx="5279207" cy="5459089"/>
            </a:xfrm>
            <a:custGeom>
              <a:avLst/>
              <a:gdLst/>
              <a:ahLst/>
              <a:cxnLst/>
              <a:rect l="l" t="t" r="r" b="b"/>
              <a:pathLst>
                <a:path w="5879683" h="6080019">
                  <a:moveTo>
                    <a:pt x="3859967" y="0"/>
                  </a:moveTo>
                  <a:cubicBezTo>
                    <a:pt x="4362097" y="358740"/>
                    <a:pt x="4642087" y="941982"/>
                    <a:pt x="4112189" y="1506708"/>
                  </a:cubicBezTo>
                  <a:cubicBezTo>
                    <a:pt x="3762781" y="1877021"/>
                    <a:pt x="3175034" y="2136239"/>
                    <a:pt x="2712241" y="2332968"/>
                  </a:cubicBezTo>
                  <a:cubicBezTo>
                    <a:pt x="1997227" y="2633847"/>
                    <a:pt x="171510" y="3247176"/>
                    <a:pt x="606535" y="4372000"/>
                  </a:cubicBezTo>
                  <a:cubicBezTo>
                    <a:pt x="729175" y="4686765"/>
                    <a:pt x="1029990" y="4897381"/>
                    <a:pt x="1316921" y="5047820"/>
                  </a:cubicBezTo>
                  <a:cubicBezTo>
                    <a:pt x="2186827" y="5499139"/>
                    <a:pt x="3628218" y="5507004"/>
                    <a:pt x="4723998" y="5435664"/>
                  </a:cubicBezTo>
                  <a:lnTo>
                    <a:pt x="4808310" y="5429676"/>
                  </a:lnTo>
                  <a:lnTo>
                    <a:pt x="4961760" y="5207111"/>
                  </a:lnTo>
                  <a:lnTo>
                    <a:pt x="5879683" y="5581914"/>
                  </a:lnTo>
                  <a:lnTo>
                    <a:pt x="4359923" y="6080019"/>
                  </a:lnTo>
                  <a:lnTo>
                    <a:pt x="4478454" y="5908101"/>
                  </a:lnTo>
                  <a:lnTo>
                    <a:pt x="4184148" y="5922625"/>
                  </a:lnTo>
                  <a:cubicBezTo>
                    <a:pt x="3187544" y="5964741"/>
                    <a:pt x="2102801" y="5947275"/>
                    <a:pt x="1205851" y="5552371"/>
                  </a:cubicBezTo>
                  <a:cubicBezTo>
                    <a:pt x="1002222" y="5462107"/>
                    <a:pt x="807849" y="5353328"/>
                    <a:pt x="625046" y="5223719"/>
                  </a:cubicBezTo>
                  <a:cubicBezTo>
                    <a:pt x="276" y="4774715"/>
                    <a:pt x="-221864" y="4103524"/>
                    <a:pt x="264068" y="3453163"/>
                  </a:cubicBezTo>
                  <a:cubicBezTo>
                    <a:pt x="743058" y="2809745"/>
                    <a:pt x="2263332" y="2351484"/>
                    <a:pt x="3019998" y="2011259"/>
                  </a:cubicBezTo>
                  <a:cubicBezTo>
                    <a:pt x="3293046" y="1888593"/>
                    <a:pt x="3577663" y="1745097"/>
                    <a:pt x="3816002" y="1564570"/>
                  </a:cubicBezTo>
                  <a:cubicBezTo>
                    <a:pt x="4491679" y="1057705"/>
                    <a:pt x="4359783" y="460576"/>
                    <a:pt x="3859967" y="0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726849" y="793973"/>
              <a:ext cx="4081230" cy="5055164"/>
            </a:xfrm>
            <a:custGeom>
              <a:avLst/>
              <a:gdLst/>
              <a:ahLst/>
              <a:cxnLst/>
              <a:rect l="l" t="t" r="r" b="b"/>
              <a:pathLst>
                <a:path w="4545444" h="5630150">
                  <a:moveTo>
                    <a:pt x="2256537" y="5459202"/>
                  </a:moveTo>
                  <a:lnTo>
                    <a:pt x="2494614" y="5490324"/>
                  </a:lnTo>
                  <a:cubicBezTo>
                    <a:pt x="3248051" y="5573048"/>
                    <a:pt x="4008214" y="5552417"/>
                    <a:pt x="4501279" y="5522041"/>
                  </a:cubicBezTo>
                  <a:cubicBezTo>
                    <a:pt x="4524421" y="5522041"/>
                    <a:pt x="4542935" y="5538242"/>
                    <a:pt x="4545249" y="5561385"/>
                  </a:cubicBezTo>
                  <a:cubicBezTo>
                    <a:pt x="4547563" y="5584529"/>
                    <a:pt x="4529049" y="5605358"/>
                    <a:pt x="4505907" y="5607672"/>
                  </a:cubicBezTo>
                  <a:cubicBezTo>
                    <a:pt x="3998668" y="5636023"/>
                    <a:pt x="3202626" y="5653742"/>
                    <a:pt x="2419318" y="5557726"/>
                  </a:cubicBezTo>
                  <a:lnTo>
                    <a:pt x="2235390" y="5531069"/>
                  </a:lnTo>
                  <a:close/>
                  <a:moveTo>
                    <a:pt x="618660" y="4907146"/>
                  </a:moveTo>
                  <a:lnTo>
                    <a:pt x="632400" y="4917588"/>
                  </a:lnTo>
                  <a:cubicBezTo>
                    <a:pt x="956939" y="5146045"/>
                    <a:pt x="1389337" y="5295867"/>
                    <a:pt x="1856847" y="5391925"/>
                  </a:cubicBezTo>
                  <a:lnTo>
                    <a:pt x="2034852" y="5423658"/>
                  </a:lnTo>
                  <a:lnTo>
                    <a:pt x="2014093" y="5495358"/>
                  </a:lnTo>
                  <a:lnTo>
                    <a:pt x="1758065" y="5445168"/>
                  </a:lnTo>
                  <a:cubicBezTo>
                    <a:pt x="1328685" y="5348354"/>
                    <a:pt x="931595" y="5204783"/>
                    <a:pt x="623058" y="4995217"/>
                  </a:cubicBezTo>
                  <a:lnTo>
                    <a:pt x="574601" y="4959683"/>
                  </a:lnTo>
                  <a:close/>
                  <a:moveTo>
                    <a:pt x="56894" y="3655972"/>
                  </a:moveTo>
                  <a:lnTo>
                    <a:pt x="114769" y="3681320"/>
                  </a:lnTo>
                  <a:lnTo>
                    <a:pt x="80108" y="3791413"/>
                  </a:lnTo>
                  <a:cubicBezTo>
                    <a:pt x="36211" y="3992545"/>
                    <a:pt x="66151" y="4215012"/>
                    <a:pt x="203845" y="4459754"/>
                  </a:cubicBezTo>
                  <a:cubicBezTo>
                    <a:pt x="264592" y="4567588"/>
                    <a:pt x="341815" y="4665151"/>
                    <a:pt x="432817" y="4753361"/>
                  </a:cubicBezTo>
                  <a:lnTo>
                    <a:pt x="437043" y="4757128"/>
                  </a:lnTo>
                  <a:lnTo>
                    <a:pt x="393339" y="4809243"/>
                  </a:lnTo>
                  <a:lnTo>
                    <a:pt x="316280" y="4730599"/>
                  </a:lnTo>
                  <a:cubicBezTo>
                    <a:pt x="228451" y="4632436"/>
                    <a:pt x="156043" y="4523978"/>
                    <a:pt x="102021" y="4404210"/>
                  </a:cubicBezTo>
                  <a:cubicBezTo>
                    <a:pt x="-16002" y="4141676"/>
                    <a:pt x="-25657" y="3905829"/>
                    <a:pt x="42457" y="3693267"/>
                  </a:cubicBezTo>
                  <a:close/>
                  <a:moveTo>
                    <a:pt x="929004" y="2786814"/>
                  </a:moveTo>
                  <a:lnTo>
                    <a:pt x="956746" y="2834023"/>
                  </a:lnTo>
                  <a:lnTo>
                    <a:pt x="807170" y="2926453"/>
                  </a:lnTo>
                  <a:cubicBezTo>
                    <a:pt x="608715" y="3055790"/>
                    <a:pt x="424743" y="3204817"/>
                    <a:pt x="289168" y="3374474"/>
                  </a:cubicBezTo>
                  <a:lnTo>
                    <a:pt x="202845" y="3497409"/>
                  </a:lnTo>
                  <a:lnTo>
                    <a:pt x="145829" y="3472437"/>
                  </a:lnTo>
                  <a:lnTo>
                    <a:pt x="199129" y="3391464"/>
                  </a:lnTo>
                  <a:cubicBezTo>
                    <a:pt x="360399" y="3169649"/>
                    <a:pt x="606694" y="2977213"/>
                    <a:pt x="889422" y="2808754"/>
                  </a:cubicBezTo>
                  <a:close/>
                  <a:moveTo>
                    <a:pt x="1866690" y="2342652"/>
                  </a:moveTo>
                  <a:lnTo>
                    <a:pt x="1887488" y="2393291"/>
                  </a:lnTo>
                  <a:lnTo>
                    <a:pt x="1840098" y="2412028"/>
                  </a:lnTo>
                  <a:cubicBezTo>
                    <a:pt x="1736774" y="2453321"/>
                    <a:pt x="1640084" y="2493135"/>
                    <a:pt x="1553013" y="2531900"/>
                  </a:cubicBezTo>
                  <a:cubicBezTo>
                    <a:pt x="1462182" y="2572691"/>
                    <a:pt x="1364371" y="2618110"/>
                    <a:pt x="1263822" y="2668275"/>
                  </a:cubicBezTo>
                  <a:lnTo>
                    <a:pt x="1050436" y="2783374"/>
                  </a:lnTo>
                  <a:lnTo>
                    <a:pt x="1022313" y="2735091"/>
                  </a:lnTo>
                  <a:lnTo>
                    <a:pt x="1139549" y="2670106"/>
                  </a:lnTo>
                  <a:cubicBezTo>
                    <a:pt x="1310738" y="2581420"/>
                    <a:pt x="1489289" y="2500060"/>
                    <a:pt x="1666136" y="2425016"/>
                  </a:cubicBezTo>
                  <a:close/>
                  <a:moveTo>
                    <a:pt x="2691412" y="2019045"/>
                  </a:moveTo>
                  <a:lnTo>
                    <a:pt x="2709493" y="2058447"/>
                  </a:lnTo>
                  <a:lnTo>
                    <a:pt x="2515802" y="2143103"/>
                  </a:lnTo>
                  <a:cubicBezTo>
                    <a:pt x="2338903" y="2216486"/>
                    <a:pt x="2163509" y="2284612"/>
                    <a:pt x="1999688" y="2348928"/>
                  </a:cubicBezTo>
                  <a:lnTo>
                    <a:pt x="1967235" y="2361760"/>
                  </a:lnTo>
                  <a:lnTo>
                    <a:pt x="1946919" y="2310047"/>
                  </a:lnTo>
                  <a:lnTo>
                    <a:pt x="2182498" y="2217829"/>
                  </a:lnTo>
                  <a:cubicBezTo>
                    <a:pt x="2346871" y="2154412"/>
                    <a:pt x="2500473" y="2096303"/>
                    <a:pt x="2634236" y="2042495"/>
                  </a:cubicBezTo>
                  <a:close/>
                  <a:moveTo>
                    <a:pt x="3419929" y="1652893"/>
                  </a:moveTo>
                  <a:lnTo>
                    <a:pt x="3435936" y="1679865"/>
                  </a:lnTo>
                  <a:lnTo>
                    <a:pt x="3366230" y="1725659"/>
                  </a:lnTo>
                  <a:cubicBezTo>
                    <a:pt x="3212281" y="1820595"/>
                    <a:pt x="3043056" y="1907857"/>
                    <a:pt x="2868625" y="1988895"/>
                  </a:cubicBezTo>
                  <a:lnTo>
                    <a:pt x="2779467" y="2027864"/>
                  </a:lnTo>
                  <a:lnTo>
                    <a:pt x="2761652" y="1989574"/>
                  </a:lnTo>
                  <a:lnTo>
                    <a:pt x="2818870" y="1964884"/>
                  </a:lnTo>
                  <a:cubicBezTo>
                    <a:pt x="2942679" y="1909918"/>
                    <a:pt x="3080517" y="1845984"/>
                    <a:pt x="3218283" y="1771311"/>
                  </a:cubicBezTo>
                  <a:close/>
                  <a:moveTo>
                    <a:pt x="3856693" y="1280930"/>
                  </a:moveTo>
                  <a:lnTo>
                    <a:pt x="3878857" y="1298486"/>
                  </a:lnTo>
                  <a:lnTo>
                    <a:pt x="3876698" y="1301552"/>
                  </a:lnTo>
                  <a:cubicBezTo>
                    <a:pt x="3781380" y="1419528"/>
                    <a:pt x="3657364" y="1527897"/>
                    <a:pt x="3514716" y="1628110"/>
                  </a:cubicBezTo>
                  <a:lnTo>
                    <a:pt x="3492103" y="1642966"/>
                  </a:lnTo>
                  <a:lnTo>
                    <a:pt x="3475028" y="1614196"/>
                  </a:lnTo>
                  <a:lnTo>
                    <a:pt x="3617263" y="1513296"/>
                  </a:lnTo>
                  <a:cubicBezTo>
                    <a:pt x="3679023" y="1464333"/>
                    <a:pt x="3737239" y="1412242"/>
                    <a:pt x="3790149" y="1356801"/>
                  </a:cubicBezTo>
                  <a:close/>
                  <a:moveTo>
                    <a:pt x="4049529" y="911879"/>
                  </a:moveTo>
                  <a:lnTo>
                    <a:pt x="4075412" y="916031"/>
                  </a:lnTo>
                  <a:lnTo>
                    <a:pt x="4071869" y="931641"/>
                  </a:lnTo>
                  <a:cubicBezTo>
                    <a:pt x="4049346" y="1012031"/>
                    <a:pt x="4013278" y="1094833"/>
                    <a:pt x="3962076" y="1180319"/>
                  </a:cubicBezTo>
                  <a:lnTo>
                    <a:pt x="3914053" y="1248509"/>
                  </a:lnTo>
                  <a:lnTo>
                    <a:pt x="3893587" y="1232095"/>
                  </a:lnTo>
                  <a:lnTo>
                    <a:pt x="3931196" y="1180211"/>
                  </a:lnTo>
                  <a:cubicBezTo>
                    <a:pt x="3971731" y="1117849"/>
                    <a:pt x="4005196" y="1051917"/>
                    <a:pt x="4029829" y="982194"/>
                  </a:cubicBezTo>
                  <a:close/>
                  <a:moveTo>
                    <a:pt x="4087808" y="593511"/>
                  </a:moveTo>
                  <a:lnTo>
                    <a:pt x="4093474" y="622281"/>
                  </a:lnTo>
                  <a:cubicBezTo>
                    <a:pt x="4104254" y="696733"/>
                    <a:pt x="4103603" y="773228"/>
                    <a:pt x="4089935" y="852043"/>
                  </a:cubicBezTo>
                  <a:lnTo>
                    <a:pt x="4087219" y="864013"/>
                  </a:lnTo>
                  <a:lnTo>
                    <a:pt x="4061852" y="860755"/>
                  </a:lnTo>
                  <a:lnTo>
                    <a:pt x="4075471" y="761421"/>
                  </a:lnTo>
                  <a:cubicBezTo>
                    <a:pt x="4078364" y="721499"/>
                    <a:pt x="4078075" y="683239"/>
                    <a:pt x="4074987" y="646404"/>
                  </a:cubicBezTo>
                  <a:lnTo>
                    <a:pt x="4067029" y="597339"/>
                  </a:lnTo>
                  <a:close/>
                  <a:moveTo>
                    <a:pt x="4011395" y="373947"/>
                  </a:moveTo>
                  <a:lnTo>
                    <a:pt x="4028427" y="404785"/>
                  </a:lnTo>
                  <a:cubicBezTo>
                    <a:pt x="4049797" y="451877"/>
                    <a:pt x="4066792" y="499755"/>
                    <a:pt x="4078941" y="548501"/>
                  </a:cubicBezTo>
                  <a:lnTo>
                    <a:pt x="4080499" y="556408"/>
                  </a:lnTo>
                  <a:lnTo>
                    <a:pt x="4060972" y="560005"/>
                  </a:lnTo>
                  <a:lnTo>
                    <a:pt x="4057716" y="539931"/>
                  </a:lnTo>
                  <a:cubicBezTo>
                    <a:pt x="4049418" y="505704"/>
                    <a:pt x="4038706" y="472661"/>
                    <a:pt x="4025964" y="440563"/>
                  </a:cubicBezTo>
                  <a:lnTo>
                    <a:pt x="3997595" y="380051"/>
                  </a:lnTo>
                  <a:close/>
                  <a:moveTo>
                    <a:pt x="3901155" y="197856"/>
                  </a:moveTo>
                  <a:lnTo>
                    <a:pt x="3951662" y="265789"/>
                  </a:lnTo>
                  <a:lnTo>
                    <a:pt x="3997798" y="349324"/>
                  </a:lnTo>
                  <a:lnTo>
                    <a:pt x="3985699" y="354676"/>
                  </a:lnTo>
                  <a:lnTo>
                    <a:pt x="3982036" y="346863"/>
                  </a:lnTo>
                  <a:cubicBezTo>
                    <a:pt x="3965620" y="316415"/>
                    <a:pt x="3947559" y="286672"/>
                    <a:pt x="3928236" y="257395"/>
                  </a:cubicBezTo>
                  <a:lnTo>
                    <a:pt x="3891077" y="204911"/>
                  </a:lnTo>
                  <a:close/>
                  <a:moveTo>
                    <a:pt x="3831079" y="108914"/>
                  </a:moveTo>
                  <a:lnTo>
                    <a:pt x="3851464" y="131023"/>
                  </a:lnTo>
                  <a:lnTo>
                    <a:pt x="3891271" y="184563"/>
                  </a:lnTo>
                  <a:lnTo>
                    <a:pt x="3881402" y="191248"/>
                  </a:lnTo>
                  <a:lnTo>
                    <a:pt x="3866868" y="170720"/>
                  </a:lnTo>
                  <a:lnTo>
                    <a:pt x="3823189" y="115974"/>
                  </a:lnTo>
                  <a:close/>
                  <a:moveTo>
                    <a:pt x="3730658" y="0"/>
                  </a:moveTo>
                  <a:lnTo>
                    <a:pt x="3822781" y="99914"/>
                  </a:lnTo>
                  <a:lnTo>
                    <a:pt x="3814969" y="1056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10527062" y="5580008"/>
              <a:ext cx="471838" cy="430541"/>
            </a:xfrm>
            <a:custGeom>
              <a:avLst/>
              <a:gdLst/>
              <a:ahLst/>
              <a:cxnLst/>
              <a:rect l="l" t="t" r="r" b="b"/>
              <a:pathLst>
                <a:path w="537" h="490">
                  <a:moveTo>
                    <a:pt x="0" y="490"/>
                  </a:moveTo>
                  <a:lnTo>
                    <a:pt x="339" y="0"/>
                  </a:lnTo>
                  <a:lnTo>
                    <a:pt x="537" y="130"/>
                  </a:lnTo>
                  <a:lnTo>
                    <a:pt x="433" y="426"/>
                  </a:lnTo>
                  <a:lnTo>
                    <a:pt x="0" y="490"/>
                  </a:ln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15999" y="1324873"/>
            <a:ext cx="612122" cy="610730"/>
            <a:chOff x="6716793" y="1562178"/>
            <a:chExt cx="612122" cy="610730"/>
          </a:xfrm>
        </p:grpSpPr>
        <p:grpSp>
          <p:nvGrpSpPr>
            <p:cNvPr id="8" name="Group 8"/>
            <p:cNvGrpSpPr/>
            <p:nvPr/>
          </p:nvGrpSpPr>
          <p:grpSpPr>
            <a:xfrm>
              <a:off x="6716793" y="1562178"/>
              <a:ext cx="612122" cy="610730"/>
              <a:chOff x="6373895" y="1562177"/>
              <a:chExt cx="612122" cy="610730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6373895" y="1562177"/>
                <a:ext cx="612122" cy="610730"/>
              </a:xfrm>
              <a:prstGeom prst="wedgeEllipseCallout">
                <a:avLst>
                  <a:gd name="adj1" fmla="val 1039"/>
                  <a:gd name="adj2" fmla="val 97317"/>
                </a:avLst>
              </a:prstGeom>
              <a:solidFill>
                <a:srgbClr val="FFFFFF">
                  <a:lumMod val="8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6428760" y="1616917"/>
                <a:ext cx="502392" cy="501250"/>
              </a:xfrm>
              <a:prstGeom prst="ellipse">
                <a:avLst/>
              </a:prstGeom>
              <a:solidFill>
                <a:srgbClr val="FFFFFF"/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 lnSpcReduction="10000"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6858045" y="1686829"/>
              <a:ext cx="329620" cy="361428"/>
            </a:xfrm>
            <a:custGeom>
              <a:avLst/>
              <a:gdLst/>
              <a:ahLst/>
              <a:cxnLst/>
              <a:rect l="l" t="t" r="r" b="b"/>
              <a:pathLst>
                <a:path w="552598" h="605921">
                  <a:moveTo>
                    <a:pt x="257952" y="238897"/>
                  </a:moveTo>
                  <a:cubicBezTo>
                    <a:pt x="255074" y="238897"/>
                    <a:pt x="252845" y="241122"/>
                    <a:pt x="252845" y="243996"/>
                  </a:cubicBezTo>
                  <a:lnTo>
                    <a:pt x="252845" y="308986"/>
                  </a:lnTo>
                  <a:lnTo>
                    <a:pt x="228056" y="308986"/>
                  </a:lnTo>
                  <a:cubicBezTo>
                    <a:pt x="225364" y="308986"/>
                    <a:pt x="223878" y="311953"/>
                    <a:pt x="225642" y="314085"/>
                  </a:cubicBezTo>
                  <a:lnTo>
                    <a:pt x="273271" y="372123"/>
                  </a:lnTo>
                  <a:cubicBezTo>
                    <a:pt x="274849" y="373977"/>
                    <a:pt x="277727" y="373977"/>
                    <a:pt x="279306" y="372123"/>
                  </a:cubicBezTo>
                  <a:lnTo>
                    <a:pt x="327027" y="314085"/>
                  </a:lnTo>
                  <a:cubicBezTo>
                    <a:pt x="328605" y="311953"/>
                    <a:pt x="327213" y="308894"/>
                    <a:pt x="324520" y="308986"/>
                  </a:cubicBezTo>
                  <a:lnTo>
                    <a:pt x="299731" y="308986"/>
                  </a:lnTo>
                  <a:lnTo>
                    <a:pt x="299731" y="243996"/>
                  </a:lnTo>
                  <a:cubicBezTo>
                    <a:pt x="299731" y="241122"/>
                    <a:pt x="297503" y="238897"/>
                    <a:pt x="294718" y="238897"/>
                  </a:cubicBezTo>
                  <a:close/>
                  <a:moveTo>
                    <a:pt x="260737" y="130146"/>
                  </a:moveTo>
                  <a:lnTo>
                    <a:pt x="291932" y="130146"/>
                  </a:lnTo>
                  <a:cubicBezTo>
                    <a:pt x="298431" y="130146"/>
                    <a:pt x="303445" y="135338"/>
                    <a:pt x="303445" y="141642"/>
                  </a:cubicBezTo>
                  <a:lnTo>
                    <a:pt x="303445" y="167602"/>
                  </a:lnTo>
                  <a:cubicBezTo>
                    <a:pt x="321642" y="171125"/>
                    <a:pt x="338632" y="178356"/>
                    <a:pt x="353580" y="188369"/>
                  </a:cubicBezTo>
                  <a:lnTo>
                    <a:pt x="371963" y="170012"/>
                  </a:lnTo>
                  <a:cubicBezTo>
                    <a:pt x="376420" y="165562"/>
                    <a:pt x="383661" y="165562"/>
                    <a:pt x="388118" y="170012"/>
                  </a:cubicBezTo>
                  <a:lnTo>
                    <a:pt x="410215" y="192077"/>
                  </a:lnTo>
                  <a:cubicBezTo>
                    <a:pt x="414671" y="196528"/>
                    <a:pt x="414671" y="203759"/>
                    <a:pt x="410215" y="208209"/>
                  </a:cubicBezTo>
                  <a:lnTo>
                    <a:pt x="391832" y="226566"/>
                  </a:lnTo>
                  <a:cubicBezTo>
                    <a:pt x="401859" y="241400"/>
                    <a:pt x="409100" y="258459"/>
                    <a:pt x="412628" y="276630"/>
                  </a:cubicBezTo>
                  <a:lnTo>
                    <a:pt x="438625" y="276630"/>
                  </a:lnTo>
                  <a:cubicBezTo>
                    <a:pt x="445124" y="276630"/>
                    <a:pt x="450137" y="281822"/>
                    <a:pt x="450137" y="288126"/>
                  </a:cubicBezTo>
                  <a:lnTo>
                    <a:pt x="450137" y="319277"/>
                  </a:lnTo>
                  <a:cubicBezTo>
                    <a:pt x="450137" y="325674"/>
                    <a:pt x="444938" y="330773"/>
                    <a:pt x="438625" y="330773"/>
                  </a:cubicBezTo>
                  <a:lnTo>
                    <a:pt x="412628" y="330773"/>
                  </a:lnTo>
                  <a:cubicBezTo>
                    <a:pt x="409100" y="348945"/>
                    <a:pt x="401859" y="365818"/>
                    <a:pt x="391832" y="380838"/>
                  </a:cubicBezTo>
                  <a:lnTo>
                    <a:pt x="410215" y="399102"/>
                  </a:lnTo>
                  <a:cubicBezTo>
                    <a:pt x="414671" y="403552"/>
                    <a:pt x="414671" y="410876"/>
                    <a:pt x="410215" y="415326"/>
                  </a:cubicBezTo>
                  <a:lnTo>
                    <a:pt x="388118" y="437299"/>
                  </a:lnTo>
                  <a:cubicBezTo>
                    <a:pt x="383661" y="441749"/>
                    <a:pt x="376420" y="441749"/>
                    <a:pt x="371963" y="437299"/>
                  </a:cubicBezTo>
                  <a:lnTo>
                    <a:pt x="353580" y="419035"/>
                  </a:lnTo>
                  <a:cubicBezTo>
                    <a:pt x="338725" y="429047"/>
                    <a:pt x="321642" y="436186"/>
                    <a:pt x="303445" y="439802"/>
                  </a:cubicBezTo>
                  <a:lnTo>
                    <a:pt x="303445" y="465761"/>
                  </a:lnTo>
                  <a:cubicBezTo>
                    <a:pt x="303445" y="472158"/>
                    <a:pt x="298246" y="477257"/>
                    <a:pt x="291932" y="477257"/>
                  </a:cubicBezTo>
                  <a:lnTo>
                    <a:pt x="260737" y="477257"/>
                  </a:lnTo>
                  <a:cubicBezTo>
                    <a:pt x="254331" y="477257"/>
                    <a:pt x="249224" y="472065"/>
                    <a:pt x="249224" y="465761"/>
                  </a:cubicBezTo>
                  <a:lnTo>
                    <a:pt x="249224" y="439802"/>
                  </a:lnTo>
                  <a:cubicBezTo>
                    <a:pt x="231027" y="436186"/>
                    <a:pt x="214130" y="429047"/>
                    <a:pt x="199089" y="419035"/>
                  </a:cubicBezTo>
                  <a:lnTo>
                    <a:pt x="180799" y="437299"/>
                  </a:lnTo>
                  <a:cubicBezTo>
                    <a:pt x="176342" y="441749"/>
                    <a:pt x="169008" y="441749"/>
                    <a:pt x="164551" y="437299"/>
                  </a:cubicBezTo>
                  <a:lnTo>
                    <a:pt x="142547" y="415326"/>
                  </a:lnTo>
                  <a:cubicBezTo>
                    <a:pt x="138091" y="410876"/>
                    <a:pt x="138091" y="403552"/>
                    <a:pt x="142547" y="399102"/>
                  </a:cubicBezTo>
                  <a:lnTo>
                    <a:pt x="160837" y="380838"/>
                  </a:lnTo>
                  <a:cubicBezTo>
                    <a:pt x="150810" y="366004"/>
                    <a:pt x="143661" y="348945"/>
                    <a:pt x="140041" y="330773"/>
                  </a:cubicBezTo>
                  <a:lnTo>
                    <a:pt x="114044" y="330773"/>
                  </a:lnTo>
                  <a:cubicBezTo>
                    <a:pt x="107638" y="330773"/>
                    <a:pt x="102532" y="325582"/>
                    <a:pt x="102532" y="319277"/>
                  </a:cubicBezTo>
                  <a:lnTo>
                    <a:pt x="102532" y="288126"/>
                  </a:lnTo>
                  <a:cubicBezTo>
                    <a:pt x="102532" y="281636"/>
                    <a:pt x="107731" y="276630"/>
                    <a:pt x="114044" y="276630"/>
                  </a:cubicBezTo>
                  <a:lnTo>
                    <a:pt x="140041" y="276630"/>
                  </a:lnTo>
                  <a:cubicBezTo>
                    <a:pt x="143661" y="258459"/>
                    <a:pt x="150810" y="241492"/>
                    <a:pt x="160837" y="226566"/>
                  </a:cubicBezTo>
                  <a:lnTo>
                    <a:pt x="142547" y="208209"/>
                  </a:lnTo>
                  <a:cubicBezTo>
                    <a:pt x="138091" y="203759"/>
                    <a:pt x="138091" y="196528"/>
                    <a:pt x="142547" y="192077"/>
                  </a:cubicBezTo>
                  <a:lnTo>
                    <a:pt x="164551" y="170012"/>
                  </a:lnTo>
                  <a:cubicBezTo>
                    <a:pt x="169008" y="165562"/>
                    <a:pt x="176342" y="165562"/>
                    <a:pt x="180799" y="170012"/>
                  </a:cubicBezTo>
                  <a:lnTo>
                    <a:pt x="199089" y="188369"/>
                  </a:lnTo>
                  <a:cubicBezTo>
                    <a:pt x="213944" y="178356"/>
                    <a:pt x="231027" y="171125"/>
                    <a:pt x="249224" y="167602"/>
                  </a:cubicBezTo>
                  <a:lnTo>
                    <a:pt x="249224" y="141642"/>
                  </a:lnTo>
                  <a:cubicBezTo>
                    <a:pt x="249224" y="135153"/>
                    <a:pt x="254424" y="130146"/>
                    <a:pt x="260737" y="130146"/>
                  </a:cubicBezTo>
                  <a:close/>
                  <a:moveTo>
                    <a:pt x="438507" y="79551"/>
                  </a:moveTo>
                  <a:cubicBezTo>
                    <a:pt x="510081" y="131462"/>
                    <a:pt x="552598" y="214890"/>
                    <a:pt x="552598" y="302952"/>
                  </a:cubicBezTo>
                  <a:cubicBezTo>
                    <a:pt x="552598" y="455069"/>
                    <a:pt x="428760" y="578821"/>
                    <a:pt x="276329" y="578821"/>
                  </a:cubicBezTo>
                  <a:lnTo>
                    <a:pt x="276329" y="602737"/>
                  </a:lnTo>
                  <a:cubicBezTo>
                    <a:pt x="276329" y="605332"/>
                    <a:pt x="273358" y="606815"/>
                    <a:pt x="271316" y="605332"/>
                  </a:cubicBezTo>
                  <a:lnTo>
                    <a:pt x="206426" y="560837"/>
                  </a:lnTo>
                  <a:cubicBezTo>
                    <a:pt x="204569" y="559539"/>
                    <a:pt x="204569" y="556759"/>
                    <a:pt x="206426" y="555553"/>
                  </a:cubicBezTo>
                  <a:lnTo>
                    <a:pt x="271316" y="511059"/>
                  </a:lnTo>
                  <a:cubicBezTo>
                    <a:pt x="273544" y="509575"/>
                    <a:pt x="276329" y="511059"/>
                    <a:pt x="276329" y="513654"/>
                  </a:cubicBezTo>
                  <a:lnTo>
                    <a:pt x="276329" y="537663"/>
                  </a:lnTo>
                  <a:cubicBezTo>
                    <a:pt x="405923" y="537663"/>
                    <a:pt x="511381" y="432358"/>
                    <a:pt x="511381" y="302952"/>
                  </a:cubicBezTo>
                  <a:cubicBezTo>
                    <a:pt x="511381" y="228053"/>
                    <a:pt x="475176" y="156954"/>
                    <a:pt x="414278" y="112830"/>
                  </a:cubicBezTo>
                  <a:close/>
                  <a:moveTo>
                    <a:pt x="281414" y="589"/>
                  </a:moveTo>
                  <a:lnTo>
                    <a:pt x="346313" y="45086"/>
                  </a:lnTo>
                  <a:cubicBezTo>
                    <a:pt x="348170" y="46384"/>
                    <a:pt x="348170" y="49072"/>
                    <a:pt x="346313" y="50277"/>
                  </a:cubicBezTo>
                  <a:lnTo>
                    <a:pt x="281414" y="94775"/>
                  </a:lnTo>
                  <a:cubicBezTo>
                    <a:pt x="279186" y="96258"/>
                    <a:pt x="276308" y="94775"/>
                    <a:pt x="276308" y="92179"/>
                  </a:cubicBezTo>
                  <a:lnTo>
                    <a:pt x="276308" y="68262"/>
                  </a:lnTo>
                  <a:cubicBezTo>
                    <a:pt x="146695" y="68262"/>
                    <a:pt x="41223" y="173665"/>
                    <a:pt x="41223" y="303077"/>
                  </a:cubicBezTo>
                  <a:cubicBezTo>
                    <a:pt x="41223" y="377980"/>
                    <a:pt x="77526" y="449176"/>
                    <a:pt x="138432" y="493302"/>
                  </a:cubicBezTo>
                  <a:lnTo>
                    <a:pt x="114200" y="526582"/>
                  </a:lnTo>
                  <a:cubicBezTo>
                    <a:pt x="42709" y="474762"/>
                    <a:pt x="0" y="391237"/>
                    <a:pt x="0" y="303077"/>
                  </a:cubicBezTo>
                  <a:cubicBezTo>
                    <a:pt x="0" y="150953"/>
                    <a:pt x="123948" y="27195"/>
                    <a:pt x="276308" y="27195"/>
                  </a:cubicBezTo>
                  <a:lnTo>
                    <a:pt x="276308" y="3185"/>
                  </a:lnTo>
                  <a:cubicBezTo>
                    <a:pt x="276308" y="589"/>
                    <a:pt x="279279" y="-894"/>
                    <a:pt x="281414" y="589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</p:spPr>
          <p:txBody>
            <a:bodyPr vert="horz" wrap="square" lIns="91440" tIns="45720" rIns="91440" bIns="45720" anchor="t">
              <a:normAutofit lnSpcReduction="10000"/>
            </a:bodyPr>
            <a:lstStyle/>
            <a:p>
              <a:pPr marL="0" algn="l"/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7634152" y="1738454"/>
            <a:ext cx="3885542" cy="845616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Create predictive models for match outcomes using machine learning to enhance forecasting accuracy.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4152" y="1258198"/>
            <a:ext cx="388554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Predictive Modeling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>
            <a:off x="7707002" y="2642640"/>
            <a:ext cx="3812692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grpSp>
        <p:nvGrpSpPr>
          <p:cNvPr id="15" name="Group 15"/>
          <p:cNvGrpSpPr/>
          <p:nvPr/>
        </p:nvGrpSpPr>
        <p:grpSpPr>
          <a:xfrm>
            <a:off x="5514102" y="4069011"/>
            <a:ext cx="991058" cy="988806"/>
            <a:chOff x="5514896" y="4069011"/>
            <a:chExt cx="991058" cy="988806"/>
          </a:xfrm>
        </p:grpSpPr>
        <p:grpSp>
          <p:nvGrpSpPr>
            <p:cNvPr id="16" name="Group 16"/>
            <p:cNvGrpSpPr/>
            <p:nvPr/>
          </p:nvGrpSpPr>
          <p:grpSpPr>
            <a:xfrm>
              <a:off x="5514896" y="4069011"/>
              <a:ext cx="991058" cy="988806"/>
              <a:chOff x="5171998" y="4069010"/>
              <a:chExt cx="991058" cy="988806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5171998" y="4069010"/>
                <a:ext cx="991058" cy="988806"/>
              </a:xfrm>
              <a:prstGeom prst="wedgeEllipseCallout">
                <a:avLst>
                  <a:gd name="adj1" fmla="val 1039"/>
                  <a:gd name="adj2" fmla="val 97317"/>
                </a:avLst>
              </a:pr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5245151" y="4141996"/>
                <a:ext cx="844754" cy="842834"/>
              </a:xfrm>
              <a:prstGeom prst="ellipse">
                <a:avLst/>
              </a:prstGeom>
              <a:solidFill>
                <a:srgbClr val="FFFFFF"/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746831" y="4326227"/>
              <a:ext cx="527188" cy="474374"/>
            </a:xfrm>
            <a:custGeom>
              <a:avLst/>
              <a:gdLst/>
              <a:ahLst/>
              <a:cxnLst/>
              <a:rect l="l" t="t" r="r" b="b"/>
              <a:pathLst>
                <a:path w="609191" h="548159">
                  <a:moveTo>
                    <a:pt x="465730" y="360460"/>
                  </a:moveTo>
                  <a:lnTo>
                    <a:pt x="465730" y="404898"/>
                  </a:lnTo>
                  <a:lnTo>
                    <a:pt x="421230" y="404898"/>
                  </a:lnTo>
                  <a:lnTo>
                    <a:pt x="421230" y="439197"/>
                  </a:lnTo>
                  <a:lnTo>
                    <a:pt x="465730" y="439197"/>
                  </a:lnTo>
                  <a:lnTo>
                    <a:pt x="465730" y="483635"/>
                  </a:lnTo>
                  <a:lnTo>
                    <a:pt x="499982" y="483635"/>
                  </a:lnTo>
                  <a:lnTo>
                    <a:pt x="499982" y="439197"/>
                  </a:lnTo>
                  <a:lnTo>
                    <a:pt x="544577" y="439197"/>
                  </a:lnTo>
                  <a:lnTo>
                    <a:pt x="544577" y="404898"/>
                  </a:lnTo>
                  <a:lnTo>
                    <a:pt x="499982" y="404898"/>
                  </a:lnTo>
                  <a:lnTo>
                    <a:pt x="499982" y="360460"/>
                  </a:lnTo>
                  <a:close/>
                  <a:moveTo>
                    <a:pt x="482809" y="295746"/>
                  </a:moveTo>
                  <a:cubicBezTo>
                    <a:pt x="552642" y="295746"/>
                    <a:pt x="609191" y="352217"/>
                    <a:pt x="609191" y="421953"/>
                  </a:cubicBezTo>
                  <a:cubicBezTo>
                    <a:pt x="609191" y="491688"/>
                    <a:pt x="552642" y="548159"/>
                    <a:pt x="482809" y="548159"/>
                  </a:cubicBezTo>
                  <a:cubicBezTo>
                    <a:pt x="413071" y="548159"/>
                    <a:pt x="356426" y="491688"/>
                    <a:pt x="356426" y="421953"/>
                  </a:cubicBezTo>
                  <a:cubicBezTo>
                    <a:pt x="356426" y="352217"/>
                    <a:pt x="412976" y="295746"/>
                    <a:pt x="482809" y="295746"/>
                  </a:cubicBezTo>
                  <a:close/>
                  <a:moveTo>
                    <a:pt x="256102" y="446"/>
                  </a:moveTo>
                  <a:cubicBezTo>
                    <a:pt x="283050" y="-1828"/>
                    <a:pt x="303356" y="4900"/>
                    <a:pt x="318064" y="13618"/>
                  </a:cubicBezTo>
                  <a:cubicBezTo>
                    <a:pt x="339983" y="25747"/>
                    <a:pt x="348333" y="41667"/>
                    <a:pt x="348333" y="41667"/>
                  </a:cubicBezTo>
                  <a:cubicBezTo>
                    <a:pt x="348333" y="41667"/>
                    <a:pt x="398434" y="45173"/>
                    <a:pt x="381544" y="146945"/>
                  </a:cubicBezTo>
                  <a:cubicBezTo>
                    <a:pt x="380975" y="149978"/>
                    <a:pt x="380216" y="153105"/>
                    <a:pt x="379267" y="156232"/>
                  </a:cubicBezTo>
                  <a:cubicBezTo>
                    <a:pt x="388946" y="156232"/>
                    <a:pt x="398624" y="163623"/>
                    <a:pt x="388186" y="200485"/>
                  </a:cubicBezTo>
                  <a:cubicBezTo>
                    <a:pt x="380026" y="229292"/>
                    <a:pt x="372435" y="237251"/>
                    <a:pt x="366742" y="237725"/>
                  </a:cubicBezTo>
                  <a:cubicBezTo>
                    <a:pt x="364749" y="250802"/>
                    <a:pt x="359530" y="265206"/>
                    <a:pt x="351749" y="278851"/>
                  </a:cubicBezTo>
                  <a:lnTo>
                    <a:pt x="351749" y="322915"/>
                  </a:lnTo>
                  <a:cubicBezTo>
                    <a:pt x="330589" y="350584"/>
                    <a:pt x="317969" y="385077"/>
                    <a:pt x="317969" y="422507"/>
                  </a:cubicBezTo>
                  <a:cubicBezTo>
                    <a:pt x="317969" y="472920"/>
                    <a:pt x="340837" y="518120"/>
                    <a:pt x="376800" y="548159"/>
                  </a:cubicBezTo>
                  <a:lnTo>
                    <a:pt x="26853" y="548159"/>
                  </a:lnTo>
                  <a:cubicBezTo>
                    <a:pt x="12051" y="548159"/>
                    <a:pt x="0" y="536219"/>
                    <a:pt x="0" y="521437"/>
                  </a:cubicBezTo>
                  <a:lnTo>
                    <a:pt x="0" y="473867"/>
                  </a:lnTo>
                  <a:cubicBezTo>
                    <a:pt x="0" y="458137"/>
                    <a:pt x="7211" y="443070"/>
                    <a:pt x="19452" y="433120"/>
                  </a:cubicBezTo>
                  <a:cubicBezTo>
                    <a:pt x="86633" y="377970"/>
                    <a:pt x="159032" y="341487"/>
                    <a:pt x="173740" y="334286"/>
                  </a:cubicBezTo>
                  <a:cubicBezTo>
                    <a:pt x="175353" y="333528"/>
                    <a:pt x="176396" y="331917"/>
                    <a:pt x="176586" y="330021"/>
                  </a:cubicBezTo>
                  <a:lnTo>
                    <a:pt x="176586" y="278851"/>
                  </a:lnTo>
                  <a:cubicBezTo>
                    <a:pt x="168616" y="265206"/>
                    <a:pt x="163587" y="250802"/>
                    <a:pt x="161594" y="237725"/>
                  </a:cubicBezTo>
                  <a:cubicBezTo>
                    <a:pt x="155901" y="237251"/>
                    <a:pt x="148310" y="229197"/>
                    <a:pt x="140149" y="200485"/>
                  </a:cubicBezTo>
                  <a:cubicBezTo>
                    <a:pt x="129806" y="164192"/>
                    <a:pt x="139200" y="156516"/>
                    <a:pt x="148499" y="156232"/>
                  </a:cubicBezTo>
                  <a:cubicBezTo>
                    <a:pt x="147645" y="153105"/>
                    <a:pt x="146886" y="149978"/>
                    <a:pt x="146222" y="146756"/>
                  </a:cubicBezTo>
                  <a:cubicBezTo>
                    <a:pt x="142711" y="128467"/>
                    <a:pt x="141667" y="111410"/>
                    <a:pt x="146032" y="95111"/>
                  </a:cubicBezTo>
                  <a:cubicBezTo>
                    <a:pt x="151061" y="73222"/>
                    <a:pt x="162922" y="55691"/>
                    <a:pt x="176207" y="42141"/>
                  </a:cubicBezTo>
                  <a:cubicBezTo>
                    <a:pt x="184557" y="33233"/>
                    <a:pt x="194046" y="25463"/>
                    <a:pt x="204199" y="19019"/>
                  </a:cubicBezTo>
                  <a:cubicBezTo>
                    <a:pt x="212454" y="13334"/>
                    <a:pt x="221563" y="8406"/>
                    <a:pt x="231431" y="5184"/>
                  </a:cubicBezTo>
                  <a:cubicBezTo>
                    <a:pt x="239117" y="2626"/>
                    <a:pt x="247373" y="825"/>
                    <a:pt x="256102" y="446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758672" y="4706287"/>
            <a:ext cx="4761022" cy="585610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Build a comprehensive player statistics database to track performance metrics and trends over time.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58672" y="4116977"/>
            <a:ext cx="476102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Comprehensive Player Database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>
            <a:off x="6857251" y="5407287"/>
            <a:ext cx="4663237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grpSp>
        <p:nvGrpSpPr>
          <p:cNvPr id="23" name="Group 23"/>
          <p:cNvGrpSpPr/>
          <p:nvPr/>
        </p:nvGrpSpPr>
        <p:grpSpPr>
          <a:xfrm>
            <a:off x="4541668" y="2172908"/>
            <a:ext cx="838780" cy="836872"/>
            <a:chOff x="4542462" y="2172908"/>
            <a:chExt cx="838780" cy="836872"/>
          </a:xfrm>
        </p:grpSpPr>
        <p:grpSp>
          <p:nvGrpSpPr>
            <p:cNvPr id="24" name="Group 24"/>
            <p:cNvGrpSpPr/>
            <p:nvPr/>
          </p:nvGrpSpPr>
          <p:grpSpPr>
            <a:xfrm>
              <a:off x="4542462" y="2172908"/>
              <a:ext cx="838780" cy="836872"/>
              <a:chOff x="4199564" y="2172907"/>
              <a:chExt cx="838780" cy="836872"/>
            </a:xfrm>
          </p:grpSpPr>
          <p:sp>
            <p:nvSpPr>
              <p:cNvPr id="25" name="AutoShape 25"/>
              <p:cNvSpPr/>
              <p:nvPr/>
            </p:nvSpPr>
            <p:spPr>
              <a:xfrm>
                <a:off x="4199564" y="2172907"/>
                <a:ext cx="838780" cy="836872"/>
              </a:xfrm>
              <a:prstGeom prst="wedgeEllipseCallout">
                <a:avLst>
                  <a:gd name="adj1" fmla="val 1039"/>
                  <a:gd name="adj2" fmla="val 97317"/>
                </a:avLst>
              </a:prstGeom>
              <a:solidFill>
                <a:srgbClr val="FFFFFF">
                  <a:lumMod val="8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6" name="AutoShape 26"/>
              <p:cNvSpPr/>
              <p:nvPr/>
            </p:nvSpPr>
            <p:spPr>
              <a:xfrm>
                <a:off x="4263601" y="2236797"/>
                <a:ext cx="710707" cy="709092"/>
              </a:xfrm>
              <a:prstGeom prst="ellipse">
                <a:avLst/>
              </a:prstGeom>
              <a:solidFill>
                <a:srgbClr val="FFFFFF"/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4724975" y="2362049"/>
              <a:ext cx="473754" cy="458590"/>
            </a:xfrm>
            <a:custGeom>
              <a:avLst/>
              <a:gdLst/>
              <a:ahLst/>
              <a:cxnLst/>
              <a:rect l="l" t="t" r="r" b="b"/>
              <a:pathLst>
                <a:path w="582453" h="563815">
                  <a:moveTo>
                    <a:pt x="452855" y="373207"/>
                  </a:moveTo>
                  <a:cubicBezTo>
                    <a:pt x="455860" y="372328"/>
                    <a:pt x="459231" y="372767"/>
                    <a:pt x="462456" y="374525"/>
                  </a:cubicBezTo>
                  <a:lnTo>
                    <a:pt x="539855" y="418461"/>
                  </a:lnTo>
                  <a:cubicBezTo>
                    <a:pt x="545132" y="421976"/>
                    <a:pt x="548650" y="429005"/>
                    <a:pt x="545132" y="436035"/>
                  </a:cubicBezTo>
                  <a:cubicBezTo>
                    <a:pt x="543373" y="441308"/>
                    <a:pt x="539855" y="443065"/>
                    <a:pt x="534578" y="443065"/>
                  </a:cubicBezTo>
                  <a:cubicBezTo>
                    <a:pt x="531060" y="443065"/>
                    <a:pt x="529300" y="443065"/>
                    <a:pt x="527541" y="441308"/>
                  </a:cubicBezTo>
                  <a:lnTo>
                    <a:pt x="450729" y="397372"/>
                  </a:lnTo>
                  <a:cubicBezTo>
                    <a:pt x="443693" y="393857"/>
                    <a:pt x="441934" y="386827"/>
                    <a:pt x="445452" y="379797"/>
                  </a:cubicBezTo>
                  <a:cubicBezTo>
                    <a:pt x="447211" y="376282"/>
                    <a:pt x="449850" y="374085"/>
                    <a:pt x="452855" y="373207"/>
                  </a:cubicBezTo>
                  <a:close/>
                  <a:moveTo>
                    <a:pt x="128583" y="372080"/>
                  </a:moveTo>
                  <a:cubicBezTo>
                    <a:pt x="131884" y="373180"/>
                    <a:pt x="134965" y="375380"/>
                    <a:pt x="136726" y="378020"/>
                  </a:cubicBezTo>
                  <a:cubicBezTo>
                    <a:pt x="140247" y="383299"/>
                    <a:pt x="138486" y="392098"/>
                    <a:pt x="131444" y="395617"/>
                  </a:cubicBezTo>
                  <a:lnTo>
                    <a:pt x="54564" y="439610"/>
                  </a:lnTo>
                  <a:cubicBezTo>
                    <a:pt x="52804" y="441370"/>
                    <a:pt x="49283" y="441370"/>
                    <a:pt x="47522" y="441370"/>
                  </a:cubicBezTo>
                  <a:cubicBezTo>
                    <a:pt x="44001" y="441370"/>
                    <a:pt x="38719" y="437851"/>
                    <a:pt x="36958" y="434331"/>
                  </a:cubicBezTo>
                  <a:cubicBezTo>
                    <a:pt x="33437" y="429052"/>
                    <a:pt x="35198" y="420253"/>
                    <a:pt x="42240" y="416734"/>
                  </a:cubicBezTo>
                  <a:lnTo>
                    <a:pt x="119120" y="372740"/>
                  </a:lnTo>
                  <a:cubicBezTo>
                    <a:pt x="121761" y="370981"/>
                    <a:pt x="125282" y="370981"/>
                    <a:pt x="128583" y="372080"/>
                  </a:cubicBezTo>
                  <a:close/>
                  <a:moveTo>
                    <a:pt x="481761" y="276633"/>
                  </a:moveTo>
                  <a:lnTo>
                    <a:pt x="569792" y="276633"/>
                  </a:lnTo>
                  <a:cubicBezTo>
                    <a:pt x="578595" y="276633"/>
                    <a:pt x="583877" y="281901"/>
                    <a:pt x="582116" y="288924"/>
                  </a:cubicBezTo>
                  <a:cubicBezTo>
                    <a:pt x="582116" y="295948"/>
                    <a:pt x="576835" y="301216"/>
                    <a:pt x="569792" y="301216"/>
                  </a:cubicBezTo>
                  <a:lnTo>
                    <a:pt x="481761" y="301216"/>
                  </a:lnTo>
                  <a:cubicBezTo>
                    <a:pt x="474719" y="301216"/>
                    <a:pt x="469437" y="295948"/>
                    <a:pt x="469437" y="288924"/>
                  </a:cubicBezTo>
                  <a:cubicBezTo>
                    <a:pt x="469437" y="281901"/>
                    <a:pt x="474719" y="276633"/>
                    <a:pt x="481761" y="276633"/>
                  </a:cubicBezTo>
                  <a:close/>
                  <a:moveTo>
                    <a:pt x="12323" y="276633"/>
                  </a:moveTo>
                  <a:lnTo>
                    <a:pt x="99762" y="276633"/>
                  </a:lnTo>
                  <a:cubicBezTo>
                    <a:pt x="106804" y="276633"/>
                    <a:pt x="112085" y="281908"/>
                    <a:pt x="112085" y="288940"/>
                  </a:cubicBezTo>
                  <a:cubicBezTo>
                    <a:pt x="112085" y="295973"/>
                    <a:pt x="106804" y="303006"/>
                    <a:pt x="99762" y="301248"/>
                  </a:cubicBezTo>
                  <a:lnTo>
                    <a:pt x="12323" y="301248"/>
                  </a:lnTo>
                  <a:cubicBezTo>
                    <a:pt x="5281" y="301248"/>
                    <a:pt x="0" y="295973"/>
                    <a:pt x="0" y="288940"/>
                  </a:cubicBezTo>
                  <a:cubicBezTo>
                    <a:pt x="0" y="281908"/>
                    <a:pt x="5281" y="276633"/>
                    <a:pt x="12323" y="276633"/>
                  </a:cubicBezTo>
                  <a:close/>
                  <a:moveTo>
                    <a:pt x="291091" y="230905"/>
                  </a:moveTo>
                  <a:cubicBezTo>
                    <a:pt x="193067" y="324096"/>
                    <a:pt x="232981" y="407910"/>
                    <a:pt x="273482" y="462418"/>
                  </a:cubicBezTo>
                  <a:cubicBezTo>
                    <a:pt x="277004" y="465935"/>
                    <a:pt x="257634" y="379777"/>
                    <a:pt x="291091" y="324096"/>
                  </a:cubicBezTo>
                  <a:cubicBezTo>
                    <a:pt x="273482" y="378018"/>
                    <a:pt x="296374" y="457143"/>
                    <a:pt x="291091" y="488207"/>
                  </a:cubicBezTo>
                  <a:cubicBezTo>
                    <a:pt x="403203" y="374502"/>
                    <a:pt x="324548" y="280138"/>
                    <a:pt x="291091" y="230905"/>
                  </a:cubicBezTo>
                  <a:close/>
                  <a:moveTo>
                    <a:pt x="291091" y="155883"/>
                  </a:moveTo>
                  <a:cubicBezTo>
                    <a:pt x="371506" y="155883"/>
                    <a:pt x="436660" y="220941"/>
                    <a:pt x="433138" y="301238"/>
                  </a:cubicBezTo>
                  <a:cubicBezTo>
                    <a:pt x="433138" y="407910"/>
                    <a:pt x="357419" y="421977"/>
                    <a:pt x="352136" y="480001"/>
                  </a:cubicBezTo>
                  <a:lnTo>
                    <a:pt x="348614" y="512824"/>
                  </a:lnTo>
                  <a:cubicBezTo>
                    <a:pt x="343332" y="542715"/>
                    <a:pt x="319266" y="563815"/>
                    <a:pt x="289330" y="563815"/>
                  </a:cubicBezTo>
                  <a:cubicBezTo>
                    <a:pt x="259395" y="563815"/>
                    <a:pt x="234742" y="540957"/>
                    <a:pt x="229459" y="512824"/>
                  </a:cubicBezTo>
                  <a:lnTo>
                    <a:pt x="225937" y="480001"/>
                  </a:lnTo>
                  <a:cubicBezTo>
                    <a:pt x="222415" y="421977"/>
                    <a:pt x="145522" y="409668"/>
                    <a:pt x="145522" y="301238"/>
                  </a:cubicBezTo>
                  <a:cubicBezTo>
                    <a:pt x="145522" y="220941"/>
                    <a:pt x="210089" y="155883"/>
                    <a:pt x="291091" y="155883"/>
                  </a:cubicBezTo>
                  <a:close/>
                  <a:moveTo>
                    <a:pt x="536996" y="136984"/>
                  </a:moveTo>
                  <a:cubicBezTo>
                    <a:pt x="540295" y="137864"/>
                    <a:pt x="543373" y="140064"/>
                    <a:pt x="545132" y="143583"/>
                  </a:cubicBezTo>
                  <a:cubicBezTo>
                    <a:pt x="548650" y="148862"/>
                    <a:pt x="546891" y="157661"/>
                    <a:pt x="539855" y="161180"/>
                  </a:cubicBezTo>
                  <a:lnTo>
                    <a:pt x="462456" y="205173"/>
                  </a:lnTo>
                  <a:cubicBezTo>
                    <a:pt x="460697" y="206933"/>
                    <a:pt x="457766" y="206933"/>
                    <a:pt x="456007" y="206933"/>
                  </a:cubicBezTo>
                  <a:cubicBezTo>
                    <a:pt x="452488" y="206933"/>
                    <a:pt x="447211" y="205173"/>
                    <a:pt x="445452" y="199894"/>
                  </a:cubicBezTo>
                  <a:cubicBezTo>
                    <a:pt x="441934" y="194615"/>
                    <a:pt x="443693" y="185816"/>
                    <a:pt x="450729" y="182297"/>
                  </a:cubicBezTo>
                  <a:lnTo>
                    <a:pt x="527541" y="138303"/>
                  </a:lnTo>
                  <a:cubicBezTo>
                    <a:pt x="530180" y="136544"/>
                    <a:pt x="533698" y="136104"/>
                    <a:pt x="536996" y="136984"/>
                  </a:cubicBezTo>
                  <a:close/>
                  <a:moveTo>
                    <a:pt x="44441" y="136984"/>
                  </a:moveTo>
                  <a:cubicBezTo>
                    <a:pt x="47522" y="136104"/>
                    <a:pt x="51043" y="136544"/>
                    <a:pt x="54564" y="138303"/>
                  </a:cubicBezTo>
                  <a:lnTo>
                    <a:pt x="131444" y="182297"/>
                  </a:lnTo>
                  <a:cubicBezTo>
                    <a:pt x="138486" y="185816"/>
                    <a:pt x="140247" y="194615"/>
                    <a:pt x="136726" y="199894"/>
                  </a:cubicBezTo>
                  <a:cubicBezTo>
                    <a:pt x="134965" y="205173"/>
                    <a:pt x="131444" y="206933"/>
                    <a:pt x="126162" y="206933"/>
                  </a:cubicBezTo>
                  <a:cubicBezTo>
                    <a:pt x="122641" y="206933"/>
                    <a:pt x="120880" y="206933"/>
                    <a:pt x="119120" y="205173"/>
                  </a:cubicBezTo>
                  <a:lnTo>
                    <a:pt x="42240" y="161180"/>
                  </a:lnTo>
                  <a:cubicBezTo>
                    <a:pt x="35198" y="157661"/>
                    <a:pt x="33437" y="150622"/>
                    <a:pt x="36958" y="143583"/>
                  </a:cubicBezTo>
                  <a:cubicBezTo>
                    <a:pt x="38719" y="140064"/>
                    <a:pt x="41360" y="137864"/>
                    <a:pt x="44441" y="136984"/>
                  </a:cubicBezTo>
                  <a:close/>
                  <a:moveTo>
                    <a:pt x="426494" y="35635"/>
                  </a:moveTo>
                  <a:cubicBezTo>
                    <a:pt x="429575" y="34756"/>
                    <a:pt x="433096" y="35196"/>
                    <a:pt x="436617" y="36954"/>
                  </a:cubicBezTo>
                  <a:cubicBezTo>
                    <a:pt x="443659" y="40471"/>
                    <a:pt x="445419" y="49264"/>
                    <a:pt x="441898" y="54539"/>
                  </a:cubicBezTo>
                  <a:lnTo>
                    <a:pt x="397887" y="131329"/>
                  </a:lnTo>
                  <a:cubicBezTo>
                    <a:pt x="396127" y="136604"/>
                    <a:pt x="392606" y="138363"/>
                    <a:pt x="387325" y="138363"/>
                  </a:cubicBezTo>
                  <a:cubicBezTo>
                    <a:pt x="383804" y="138363"/>
                    <a:pt x="382044" y="138363"/>
                    <a:pt x="380283" y="136604"/>
                  </a:cubicBezTo>
                  <a:cubicBezTo>
                    <a:pt x="373241" y="133087"/>
                    <a:pt x="371481" y="126053"/>
                    <a:pt x="375002" y="119019"/>
                  </a:cubicBezTo>
                  <a:lnTo>
                    <a:pt x="419013" y="42230"/>
                  </a:lnTo>
                  <a:cubicBezTo>
                    <a:pt x="420773" y="38713"/>
                    <a:pt x="423414" y="36515"/>
                    <a:pt x="426494" y="35635"/>
                  </a:cubicBezTo>
                  <a:close/>
                  <a:moveTo>
                    <a:pt x="155032" y="33845"/>
                  </a:moveTo>
                  <a:cubicBezTo>
                    <a:pt x="158334" y="34725"/>
                    <a:pt x="161415" y="36923"/>
                    <a:pt x="163176" y="40440"/>
                  </a:cubicBezTo>
                  <a:lnTo>
                    <a:pt x="206613" y="117229"/>
                  </a:lnTo>
                  <a:cubicBezTo>
                    <a:pt x="210135" y="122505"/>
                    <a:pt x="208374" y="131297"/>
                    <a:pt x="201330" y="134814"/>
                  </a:cubicBezTo>
                  <a:cubicBezTo>
                    <a:pt x="199569" y="136573"/>
                    <a:pt x="196634" y="136573"/>
                    <a:pt x="194873" y="136573"/>
                  </a:cubicBezTo>
                  <a:cubicBezTo>
                    <a:pt x="191352" y="136573"/>
                    <a:pt x="186069" y="134814"/>
                    <a:pt x="184308" y="129539"/>
                  </a:cubicBezTo>
                  <a:lnTo>
                    <a:pt x="140284" y="52749"/>
                  </a:lnTo>
                  <a:cubicBezTo>
                    <a:pt x="136762" y="47474"/>
                    <a:pt x="138523" y="38681"/>
                    <a:pt x="145567" y="35164"/>
                  </a:cubicBezTo>
                  <a:cubicBezTo>
                    <a:pt x="148208" y="33406"/>
                    <a:pt x="151730" y="32966"/>
                    <a:pt x="155032" y="33845"/>
                  </a:cubicBezTo>
                  <a:close/>
                  <a:moveTo>
                    <a:pt x="291044" y="0"/>
                  </a:moveTo>
                  <a:cubicBezTo>
                    <a:pt x="298094" y="0"/>
                    <a:pt x="303382" y="5277"/>
                    <a:pt x="303382" y="12313"/>
                  </a:cubicBezTo>
                  <a:lnTo>
                    <a:pt x="303382" y="99678"/>
                  </a:lnTo>
                  <a:cubicBezTo>
                    <a:pt x="303382" y="106714"/>
                    <a:pt x="298094" y="111991"/>
                    <a:pt x="291044" y="111991"/>
                  </a:cubicBezTo>
                  <a:cubicBezTo>
                    <a:pt x="283993" y="111991"/>
                    <a:pt x="278705" y="104955"/>
                    <a:pt x="278705" y="99678"/>
                  </a:cubicBezTo>
                  <a:lnTo>
                    <a:pt x="278705" y="12313"/>
                  </a:lnTo>
                  <a:cubicBezTo>
                    <a:pt x="278705" y="5277"/>
                    <a:pt x="283993" y="0"/>
                    <a:pt x="291044" y="0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28" name="AutoShape 28"/>
          <p:cNvSpPr/>
          <p:nvPr/>
        </p:nvSpPr>
        <p:spPr>
          <a:xfrm>
            <a:off x="672306" y="2666460"/>
            <a:ext cx="3789989" cy="845616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primary goal is to extract real-time tennis match data to support live analytics and decision-making.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2306" y="2145862"/>
            <a:ext cx="378998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Real-Time Data Extraction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>
            <a:off x="673100" y="3570646"/>
            <a:ext cx="3679825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33" dur="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System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88382" y="2890141"/>
            <a:ext cx="237067" cy="175172"/>
          </a:xfrm>
          <a:prstGeom prst="triangl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73100" y="3254852"/>
            <a:ext cx="2679702" cy="83099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SportRadar API Integration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669924" y="4280467"/>
            <a:ext cx="2679702" cy="117729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system begins with the SportRadar API, which provides real-time tennis data as the primary data source.</a:t>
            </a:r>
          </a:p>
        </p:txBody>
      </p:sp>
      <p:sp>
        <p:nvSpPr>
          <p:cNvPr id="5" name="AutoShape 5"/>
          <p:cNvSpPr/>
          <p:nvPr/>
        </p:nvSpPr>
        <p:spPr>
          <a:xfrm>
            <a:off x="1571540" y="1993300"/>
            <a:ext cx="870751" cy="830997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4800" b="1" i="1" u="none" baseline="0">
                <a:solidFill>
                  <a:schemeClr val="accen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4616450" y="4367122"/>
            <a:ext cx="237067" cy="175172"/>
          </a:xfrm>
          <a:prstGeom prst="triangl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299608" y="4608138"/>
            <a:ext cx="870751" cy="830997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4800" b="1" i="1" u="none" baseline="0">
                <a:solidFill>
                  <a:schemeClr val="accent2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8" name="AutoShape 8"/>
          <p:cNvSpPr/>
          <p:nvPr/>
        </p:nvSpPr>
        <p:spPr>
          <a:xfrm>
            <a:off x="3395133" y="3278748"/>
            <a:ext cx="2679702" cy="83099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chemeClr val="accent2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Pipeline (ETL)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53459" y="1832956"/>
            <a:ext cx="2600115" cy="134652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An ETL (Extract, Transform, Load) pipeline processes the data, ensuring it is cleaned, validated, and ready for storage.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90117" y="2915074"/>
            <a:ext cx="237067" cy="175172"/>
          </a:xfrm>
          <a:prstGeom prst="triangl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074835" y="3279785"/>
            <a:ext cx="2679702" cy="83099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Database Storage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071659" y="4305400"/>
            <a:ext cx="2679702" cy="117729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is stored in a PostgreSQL/MongoDB database, containing matches, players, and statistics for easy retrieval.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973275" y="2018233"/>
            <a:ext cx="870751" cy="830997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4800" b="1" i="1" u="none" baseline="0">
                <a:solidFill>
                  <a:schemeClr val="accen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10018185" y="4392055"/>
            <a:ext cx="237067" cy="175172"/>
          </a:xfrm>
          <a:prstGeom prst="triangl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701343" y="4633071"/>
            <a:ext cx="870751" cy="830997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4800" b="1" i="1" u="none" baseline="0">
                <a:solidFill>
                  <a:schemeClr val="accent2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796868" y="3303681"/>
            <a:ext cx="2679702" cy="83099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chemeClr val="accent2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Analytics and Machine Learning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55194" y="1534723"/>
            <a:ext cx="2600115" cy="166968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processed data feeds into BI tools, analytics engines, and machine learning models for further analysis and insights.</a:t>
            </a:r>
            <a:endParaRPr lang="en-US" sz="1100"/>
          </a:p>
        </p:txBody>
      </p:sp>
      <p:sp>
        <p:nvSpPr>
          <p:cNvPr id="18" name="AutoShape 18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Architecture Overview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edg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6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Data Types &amp; Coverage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64723" y="1355438"/>
            <a:ext cx="462562" cy="462561"/>
            <a:chOff x="4392822" y="1599800"/>
            <a:chExt cx="567611" cy="567611"/>
          </a:xfrm>
        </p:grpSpPr>
        <p:sp>
          <p:nvSpPr>
            <p:cNvPr id="3" name="AutoShape 3"/>
            <p:cNvSpPr/>
            <p:nvPr/>
          </p:nvSpPr>
          <p:spPr>
            <a:xfrm>
              <a:off x="4392822" y="1599800"/>
              <a:ext cx="567611" cy="5676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91440" tIns="45720" rIns="91440" bIns="4572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4543910" y="1688174"/>
              <a:ext cx="265437" cy="390863"/>
            </a:xfrm>
            <a:custGeom>
              <a:avLst/>
              <a:gdLst/>
              <a:ahLst/>
              <a:cxnLst/>
              <a:rect l="l" t="t" r="r" b="b"/>
              <a:pathLst>
                <a:path w="42" h="62">
                  <a:moveTo>
                    <a:pt x="37" y="29"/>
                  </a:moveTo>
                  <a:cubicBezTo>
                    <a:pt x="35" y="32"/>
                    <a:pt x="31" y="37"/>
                    <a:pt x="31" y="41"/>
                  </a:cubicBezTo>
                  <a:cubicBezTo>
                    <a:pt x="32" y="42"/>
                    <a:pt x="33" y="43"/>
                    <a:pt x="33" y="44"/>
                  </a:cubicBezTo>
                  <a:cubicBezTo>
                    <a:pt x="33" y="45"/>
                    <a:pt x="32" y="46"/>
                    <a:pt x="32" y="47"/>
                  </a:cubicBezTo>
                  <a:cubicBezTo>
                    <a:pt x="32" y="47"/>
                    <a:pt x="33" y="48"/>
                    <a:pt x="33" y="49"/>
                  </a:cubicBezTo>
                  <a:cubicBezTo>
                    <a:pt x="33" y="51"/>
                    <a:pt x="32" y="52"/>
                    <a:pt x="31" y="53"/>
                  </a:cubicBezTo>
                  <a:cubicBezTo>
                    <a:pt x="31" y="53"/>
                    <a:pt x="31" y="54"/>
                    <a:pt x="31" y="54"/>
                  </a:cubicBezTo>
                  <a:cubicBezTo>
                    <a:pt x="31" y="57"/>
                    <a:pt x="29" y="58"/>
                    <a:pt x="27" y="58"/>
                  </a:cubicBezTo>
                  <a:cubicBezTo>
                    <a:pt x="26" y="61"/>
                    <a:pt x="24" y="62"/>
                    <a:pt x="21" y="62"/>
                  </a:cubicBezTo>
                  <a:cubicBezTo>
                    <a:pt x="19" y="62"/>
                    <a:pt x="16" y="61"/>
                    <a:pt x="15" y="58"/>
                  </a:cubicBezTo>
                  <a:cubicBezTo>
                    <a:pt x="13" y="58"/>
                    <a:pt x="11" y="57"/>
                    <a:pt x="11" y="54"/>
                  </a:cubicBezTo>
                  <a:cubicBezTo>
                    <a:pt x="11" y="54"/>
                    <a:pt x="11" y="53"/>
                    <a:pt x="11" y="53"/>
                  </a:cubicBezTo>
                  <a:cubicBezTo>
                    <a:pt x="10" y="52"/>
                    <a:pt x="9" y="51"/>
                    <a:pt x="9" y="49"/>
                  </a:cubicBezTo>
                  <a:cubicBezTo>
                    <a:pt x="9" y="48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3"/>
                    <a:pt x="10" y="42"/>
                    <a:pt x="11" y="41"/>
                  </a:cubicBezTo>
                  <a:cubicBezTo>
                    <a:pt x="11" y="37"/>
                    <a:pt x="7" y="32"/>
                    <a:pt x="5" y="29"/>
                  </a:cubicBezTo>
                  <a:cubicBezTo>
                    <a:pt x="2" y="26"/>
                    <a:pt x="0" y="23"/>
                    <a:pt x="0" y="18"/>
                  </a:cubicBezTo>
                  <a:cubicBezTo>
                    <a:pt x="0" y="8"/>
                    <a:pt x="11" y="0"/>
                    <a:pt x="21" y="0"/>
                  </a:cubicBezTo>
                  <a:cubicBezTo>
                    <a:pt x="31" y="0"/>
                    <a:pt x="42" y="8"/>
                    <a:pt x="42" y="18"/>
                  </a:cubicBezTo>
                  <a:cubicBezTo>
                    <a:pt x="42" y="23"/>
                    <a:pt x="40" y="26"/>
                    <a:pt x="37" y="29"/>
                  </a:cubicBezTo>
                  <a:close/>
                  <a:moveTo>
                    <a:pt x="21" y="6"/>
                  </a:moveTo>
                  <a:cubicBezTo>
                    <a:pt x="14" y="6"/>
                    <a:pt x="6" y="10"/>
                    <a:pt x="6" y="18"/>
                  </a:cubicBezTo>
                  <a:cubicBezTo>
                    <a:pt x="6" y="21"/>
                    <a:pt x="7" y="24"/>
                    <a:pt x="8" y="26"/>
                  </a:cubicBezTo>
                  <a:cubicBezTo>
                    <a:pt x="9" y="27"/>
                    <a:pt x="10" y="27"/>
                    <a:pt x="11" y="28"/>
                  </a:cubicBezTo>
                  <a:cubicBezTo>
                    <a:pt x="14" y="32"/>
                    <a:pt x="16" y="36"/>
                    <a:pt x="1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36"/>
                    <a:pt x="28" y="32"/>
                    <a:pt x="31" y="28"/>
                  </a:cubicBezTo>
                  <a:cubicBezTo>
                    <a:pt x="32" y="27"/>
                    <a:pt x="33" y="27"/>
                    <a:pt x="34" y="26"/>
                  </a:cubicBezTo>
                  <a:cubicBezTo>
                    <a:pt x="35" y="24"/>
                    <a:pt x="36" y="21"/>
                    <a:pt x="36" y="18"/>
                  </a:cubicBezTo>
                  <a:cubicBezTo>
                    <a:pt x="36" y="10"/>
                    <a:pt x="28" y="6"/>
                    <a:pt x="21" y="6"/>
                  </a:cubicBezTo>
                  <a:close/>
                  <a:moveTo>
                    <a:pt x="29" y="20"/>
                  </a:moveTo>
                  <a:cubicBezTo>
                    <a:pt x="28" y="20"/>
                    <a:pt x="27" y="19"/>
                    <a:pt x="27" y="18"/>
                  </a:cubicBezTo>
                  <a:cubicBezTo>
                    <a:pt x="27" y="16"/>
                    <a:pt x="23" y="15"/>
                    <a:pt x="21" y="15"/>
                  </a:cubicBezTo>
                  <a:cubicBezTo>
                    <a:pt x="20" y="15"/>
                    <a:pt x="20" y="14"/>
                    <a:pt x="20" y="13"/>
                  </a:cubicBezTo>
                  <a:cubicBezTo>
                    <a:pt x="20" y="13"/>
                    <a:pt x="20" y="12"/>
                    <a:pt x="21" y="12"/>
                  </a:cubicBezTo>
                  <a:cubicBezTo>
                    <a:pt x="25" y="12"/>
                    <a:pt x="30" y="14"/>
                    <a:pt x="30" y="18"/>
                  </a:cubicBezTo>
                  <a:cubicBezTo>
                    <a:pt x="30" y="19"/>
                    <a:pt x="29" y="20"/>
                    <a:pt x="29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anchor="ctr">
              <a:normAutofit fontScale="925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07259" y="1285022"/>
            <a:ext cx="5837686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Match Data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507259" y="1586719"/>
            <a:ext cx="5837686" cy="6874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1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Includes scores, duration, court type, and surface information for comprehensive match analysis.</a:t>
            </a: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6563309" y="2441687"/>
            <a:ext cx="462562" cy="462561"/>
            <a:chOff x="4392822" y="2456889"/>
            <a:chExt cx="567611" cy="567611"/>
          </a:xfrm>
        </p:grpSpPr>
        <p:sp>
          <p:nvSpPr>
            <p:cNvPr id="8" name="AutoShape 8"/>
            <p:cNvSpPr/>
            <p:nvPr/>
          </p:nvSpPr>
          <p:spPr>
            <a:xfrm>
              <a:off x="4392822" y="2456889"/>
              <a:ext cx="567611" cy="56761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dist="127000" dir="2700000" algn="tl" rotWithShape="0">
                <a:schemeClr val="accent2">
                  <a:alpha val="40000"/>
                </a:schemeClr>
              </a:outerShdw>
            </a:effectLst>
          </p:spPr>
          <p:txBody>
            <a:bodyPr vert="horz" wrap="square" lIns="91440" tIns="45720" rIns="91440" bIns="4572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4498055" y="2574554"/>
              <a:ext cx="357146" cy="332281"/>
            </a:xfrm>
            <a:custGeom>
              <a:avLst/>
              <a:gdLst/>
              <a:ahLst/>
              <a:cxnLst/>
              <a:rect l="l" t="t" r="r" b="b"/>
              <a:pathLst>
                <a:path w="73" h="68">
                  <a:moveTo>
                    <a:pt x="13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4" y="39"/>
                    <a:pt x="0" y="37"/>
                    <a:pt x="0" y="33"/>
                  </a:cubicBezTo>
                  <a:cubicBezTo>
                    <a:pt x="0" y="29"/>
                    <a:pt x="0" y="19"/>
                    <a:pt x="5" y="19"/>
                  </a:cubicBezTo>
                  <a:cubicBezTo>
                    <a:pt x="6" y="19"/>
                    <a:pt x="10" y="22"/>
                    <a:pt x="15" y="22"/>
                  </a:cubicBezTo>
                  <a:cubicBezTo>
                    <a:pt x="17" y="22"/>
                    <a:pt x="18" y="22"/>
                    <a:pt x="20" y="21"/>
                  </a:cubicBezTo>
                  <a:cubicBezTo>
                    <a:pt x="20" y="22"/>
                    <a:pt x="20" y="23"/>
                    <a:pt x="20" y="24"/>
                  </a:cubicBezTo>
                  <a:cubicBezTo>
                    <a:pt x="20" y="27"/>
                    <a:pt x="21" y="31"/>
                    <a:pt x="23" y="34"/>
                  </a:cubicBezTo>
                  <a:cubicBezTo>
                    <a:pt x="19" y="34"/>
                    <a:pt x="15" y="36"/>
                    <a:pt x="13" y="39"/>
                  </a:cubicBezTo>
                  <a:close/>
                  <a:moveTo>
                    <a:pt x="15" y="19"/>
                  </a:moveTo>
                  <a:cubicBezTo>
                    <a:pt x="10" y="19"/>
                    <a:pt x="5" y="15"/>
                    <a:pt x="5" y="9"/>
                  </a:cubicBezTo>
                  <a:cubicBezTo>
                    <a:pt x="5" y="4"/>
                    <a:pt x="10" y="0"/>
                    <a:pt x="15" y="0"/>
                  </a:cubicBezTo>
                  <a:cubicBezTo>
                    <a:pt x="20" y="0"/>
                    <a:pt x="25" y="4"/>
                    <a:pt x="25" y="9"/>
                  </a:cubicBezTo>
                  <a:cubicBezTo>
                    <a:pt x="25" y="15"/>
                    <a:pt x="20" y="19"/>
                    <a:pt x="15" y="19"/>
                  </a:cubicBezTo>
                  <a:close/>
                  <a:moveTo>
                    <a:pt x="53" y="68"/>
                  </a:moveTo>
                  <a:cubicBezTo>
                    <a:pt x="20" y="68"/>
                    <a:pt x="20" y="68"/>
                    <a:pt x="20" y="68"/>
                  </a:cubicBezTo>
                  <a:cubicBezTo>
                    <a:pt x="14" y="68"/>
                    <a:pt x="10" y="64"/>
                    <a:pt x="10" y="58"/>
                  </a:cubicBezTo>
                  <a:cubicBezTo>
                    <a:pt x="10" y="49"/>
                    <a:pt x="12" y="36"/>
                    <a:pt x="23" y="36"/>
                  </a:cubicBezTo>
                  <a:cubicBezTo>
                    <a:pt x="25" y="36"/>
                    <a:pt x="29" y="41"/>
                    <a:pt x="37" y="41"/>
                  </a:cubicBezTo>
                  <a:cubicBezTo>
                    <a:pt x="44" y="41"/>
                    <a:pt x="49" y="36"/>
                    <a:pt x="50" y="36"/>
                  </a:cubicBezTo>
                  <a:cubicBezTo>
                    <a:pt x="62" y="36"/>
                    <a:pt x="64" y="49"/>
                    <a:pt x="64" y="58"/>
                  </a:cubicBezTo>
                  <a:cubicBezTo>
                    <a:pt x="64" y="64"/>
                    <a:pt x="60" y="68"/>
                    <a:pt x="53" y="68"/>
                  </a:cubicBezTo>
                  <a:close/>
                  <a:moveTo>
                    <a:pt x="37" y="39"/>
                  </a:moveTo>
                  <a:cubicBezTo>
                    <a:pt x="29" y="39"/>
                    <a:pt x="22" y="32"/>
                    <a:pt x="22" y="24"/>
                  </a:cubicBezTo>
                  <a:cubicBezTo>
                    <a:pt x="22" y="16"/>
                    <a:pt x="29" y="9"/>
                    <a:pt x="37" y="9"/>
                  </a:cubicBezTo>
                  <a:cubicBezTo>
                    <a:pt x="45" y="9"/>
                    <a:pt x="51" y="16"/>
                    <a:pt x="51" y="24"/>
                  </a:cubicBezTo>
                  <a:cubicBezTo>
                    <a:pt x="51" y="32"/>
                    <a:pt x="45" y="39"/>
                    <a:pt x="37" y="39"/>
                  </a:cubicBezTo>
                  <a:close/>
                  <a:moveTo>
                    <a:pt x="59" y="19"/>
                  </a:moveTo>
                  <a:cubicBezTo>
                    <a:pt x="53" y="19"/>
                    <a:pt x="49" y="15"/>
                    <a:pt x="49" y="9"/>
                  </a:cubicBezTo>
                  <a:cubicBezTo>
                    <a:pt x="49" y="4"/>
                    <a:pt x="53" y="0"/>
                    <a:pt x="59" y="0"/>
                  </a:cubicBezTo>
                  <a:cubicBezTo>
                    <a:pt x="64" y="0"/>
                    <a:pt x="68" y="4"/>
                    <a:pt x="68" y="9"/>
                  </a:cubicBezTo>
                  <a:cubicBezTo>
                    <a:pt x="68" y="15"/>
                    <a:pt x="64" y="19"/>
                    <a:pt x="59" y="19"/>
                  </a:cubicBezTo>
                  <a:close/>
                  <a:moveTo>
                    <a:pt x="66" y="39"/>
                  </a:moveTo>
                  <a:cubicBezTo>
                    <a:pt x="61" y="39"/>
                    <a:pt x="61" y="39"/>
                    <a:pt x="61" y="39"/>
                  </a:cubicBezTo>
                  <a:cubicBezTo>
                    <a:pt x="58" y="36"/>
                    <a:pt x="55" y="34"/>
                    <a:pt x="51" y="34"/>
                  </a:cubicBezTo>
                  <a:cubicBezTo>
                    <a:pt x="53" y="31"/>
                    <a:pt x="54" y="27"/>
                    <a:pt x="54" y="24"/>
                  </a:cubicBezTo>
                  <a:cubicBezTo>
                    <a:pt x="54" y="23"/>
                    <a:pt x="54" y="22"/>
                    <a:pt x="54" y="21"/>
                  </a:cubicBezTo>
                  <a:cubicBezTo>
                    <a:pt x="55" y="22"/>
                    <a:pt x="57" y="22"/>
                    <a:pt x="59" y="22"/>
                  </a:cubicBezTo>
                  <a:cubicBezTo>
                    <a:pt x="64" y="22"/>
                    <a:pt x="68" y="19"/>
                    <a:pt x="69" y="19"/>
                  </a:cubicBezTo>
                  <a:cubicBezTo>
                    <a:pt x="73" y="19"/>
                    <a:pt x="73" y="29"/>
                    <a:pt x="73" y="33"/>
                  </a:cubicBezTo>
                  <a:cubicBezTo>
                    <a:pt x="73" y="37"/>
                    <a:pt x="70" y="39"/>
                    <a:pt x="66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anchor="ctr">
              <a:normAutofit fontScale="775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7259" y="2371518"/>
            <a:ext cx="5837686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Player Stats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507259" y="2673215"/>
            <a:ext cx="5837686" cy="6874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1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Covers rankings, wins/losses, serve speeds, and ace counts to evaluate player performance.</a:t>
            </a:r>
            <a:endParaRPr lang="en-US" sz="1100"/>
          </a:p>
        </p:txBody>
      </p:sp>
      <p:grpSp>
        <p:nvGrpSpPr>
          <p:cNvPr id="12" name="Group 12"/>
          <p:cNvGrpSpPr/>
          <p:nvPr/>
        </p:nvGrpSpPr>
        <p:grpSpPr>
          <a:xfrm>
            <a:off x="6563309" y="3515792"/>
            <a:ext cx="462562" cy="462561"/>
            <a:chOff x="4392822" y="3353484"/>
            <a:chExt cx="567611" cy="567611"/>
          </a:xfrm>
        </p:grpSpPr>
        <p:sp>
          <p:nvSpPr>
            <p:cNvPr id="13" name="AutoShape 13"/>
            <p:cNvSpPr/>
            <p:nvPr/>
          </p:nvSpPr>
          <p:spPr>
            <a:xfrm>
              <a:off x="4392822" y="3353484"/>
              <a:ext cx="567611" cy="5676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91440" tIns="45720" rIns="91440" bIns="4572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18441" y="3481395"/>
              <a:ext cx="316374" cy="311789"/>
            </a:xfrm>
            <a:custGeom>
              <a:avLst/>
              <a:gdLst/>
              <a:ahLst/>
              <a:cxnLst/>
              <a:rect l="l" t="t" r="r" b="b"/>
              <a:pathLst>
                <a:path w="64" h="63">
                  <a:moveTo>
                    <a:pt x="59" y="63"/>
                  </a:moveTo>
                  <a:cubicBezTo>
                    <a:pt x="57" y="63"/>
                    <a:pt x="56" y="62"/>
                    <a:pt x="55" y="61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38" y="51"/>
                    <a:pt x="33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32"/>
                    <a:pt x="52" y="37"/>
                    <a:pt x="49" y="41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3" y="55"/>
                    <a:pt x="64" y="57"/>
                    <a:pt x="64" y="58"/>
                  </a:cubicBezTo>
                  <a:cubicBezTo>
                    <a:pt x="64" y="61"/>
                    <a:pt x="61" y="63"/>
                    <a:pt x="59" y="63"/>
                  </a:cubicBezTo>
                  <a:close/>
                  <a:moveTo>
                    <a:pt x="27" y="9"/>
                  </a:moveTo>
                  <a:cubicBezTo>
                    <a:pt x="18" y="9"/>
                    <a:pt x="10" y="17"/>
                    <a:pt x="10" y="26"/>
                  </a:cubicBezTo>
                  <a:cubicBezTo>
                    <a:pt x="10" y="36"/>
                    <a:pt x="18" y="43"/>
                    <a:pt x="27" y="43"/>
                  </a:cubicBezTo>
                  <a:cubicBezTo>
                    <a:pt x="37" y="43"/>
                    <a:pt x="44" y="36"/>
                    <a:pt x="44" y="26"/>
                  </a:cubicBezTo>
                  <a:cubicBezTo>
                    <a:pt x="44" y="17"/>
                    <a:pt x="37" y="9"/>
                    <a:pt x="27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anchor="ctr">
              <a:normAutofit fontScale="70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07259" y="3445376"/>
            <a:ext cx="5837686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Set/Game Info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07259" y="3747073"/>
            <a:ext cx="5837686" cy="6874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1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Provides break points, tiebreaks, and momentum shifts for detailed game-level insights.</a:t>
            </a:r>
            <a:endParaRPr lang="en-US" sz="1100"/>
          </a:p>
        </p:txBody>
      </p:sp>
      <p:grpSp>
        <p:nvGrpSpPr>
          <p:cNvPr id="17" name="Group 17"/>
          <p:cNvGrpSpPr/>
          <p:nvPr/>
        </p:nvGrpSpPr>
        <p:grpSpPr>
          <a:xfrm>
            <a:off x="6563309" y="4531722"/>
            <a:ext cx="462562" cy="462561"/>
            <a:chOff x="4392822" y="4250080"/>
            <a:chExt cx="567611" cy="567611"/>
          </a:xfrm>
        </p:grpSpPr>
        <p:sp>
          <p:nvSpPr>
            <p:cNvPr id="18" name="AutoShape 18"/>
            <p:cNvSpPr/>
            <p:nvPr/>
          </p:nvSpPr>
          <p:spPr>
            <a:xfrm>
              <a:off x="4392822" y="4250080"/>
              <a:ext cx="567611" cy="56761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dist="127000" dir="2700000" algn="tl" rotWithShape="0">
                <a:schemeClr val="accent2">
                  <a:alpha val="40000"/>
                </a:schemeClr>
              </a:outerShdw>
            </a:effectLst>
          </p:spPr>
          <p:txBody>
            <a:bodyPr vert="horz" wrap="square" lIns="91440" tIns="45720" rIns="91440" bIns="4572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503574" y="4360832"/>
              <a:ext cx="346106" cy="346106"/>
            </a:xfrm>
            <a:custGeom>
              <a:avLst/>
              <a:gdLst/>
              <a:ahLst/>
              <a:cxnLst/>
              <a:rect l="l" t="t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anchor="ctr">
              <a:normAutofit fontScale="85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07259" y="4461306"/>
            <a:ext cx="5837686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Tournament Info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507259" y="4763003"/>
            <a:ext cx="5837686" cy="6874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1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Includes venue, prize money, and draw size for tournament-level context.</a:t>
            </a:r>
            <a:endParaRPr lang="en-US" sz="1100"/>
          </a:p>
        </p:txBody>
      </p:sp>
      <p:grpSp>
        <p:nvGrpSpPr>
          <p:cNvPr id="22" name="Group 22"/>
          <p:cNvGrpSpPr/>
          <p:nvPr/>
        </p:nvGrpSpPr>
        <p:grpSpPr>
          <a:xfrm>
            <a:off x="6563309" y="5573609"/>
            <a:ext cx="462562" cy="462561"/>
            <a:chOff x="4392822" y="5146675"/>
            <a:chExt cx="567611" cy="567611"/>
          </a:xfrm>
        </p:grpSpPr>
        <p:sp>
          <p:nvSpPr>
            <p:cNvPr id="23" name="AutoShape 23"/>
            <p:cNvSpPr/>
            <p:nvPr/>
          </p:nvSpPr>
          <p:spPr>
            <a:xfrm>
              <a:off x="4392822" y="5146675"/>
              <a:ext cx="567611" cy="5676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54000" dist="1270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91440" tIns="45720" rIns="91440" bIns="4572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4506626" y="5259322"/>
              <a:ext cx="340004" cy="342316"/>
            </a:xfrm>
            <a:custGeom>
              <a:avLst/>
              <a:gdLst/>
              <a:ahLst/>
              <a:cxnLst/>
              <a:rect l="l" t="t" r="r" b="b"/>
              <a:pathLst>
                <a:path w="68" h="68">
                  <a:moveTo>
                    <a:pt x="68" y="3"/>
                  </a:moveTo>
                  <a:cubicBezTo>
                    <a:pt x="58" y="61"/>
                    <a:pt x="58" y="61"/>
                    <a:pt x="58" y="61"/>
                  </a:cubicBezTo>
                  <a:cubicBezTo>
                    <a:pt x="58" y="62"/>
                    <a:pt x="57" y="62"/>
                    <a:pt x="57" y="63"/>
                  </a:cubicBezTo>
                  <a:cubicBezTo>
                    <a:pt x="56" y="63"/>
                    <a:pt x="56" y="63"/>
                    <a:pt x="56" y="63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7"/>
                    <a:pt x="27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5" y="67"/>
                    <a:pt x="24" y="66"/>
                    <a:pt x="24" y="65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0"/>
                    <a:pt x="0" y="40"/>
                    <a:pt x="0" y="39"/>
                  </a:cubicBezTo>
                  <a:cubicBezTo>
                    <a:pt x="0" y="38"/>
                    <a:pt x="0" y="37"/>
                    <a:pt x="1" y="3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6" y="0"/>
                    <a:pt x="66" y="0"/>
                    <a:pt x="67" y="0"/>
                  </a:cubicBezTo>
                  <a:cubicBezTo>
                    <a:pt x="68" y="1"/>
                    <a:pt x="68" y="2"/>
                    <a:pt x="68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anchor="ctr">
              <a:normAutofit fontScale="85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07259" y="5503193"/>
            <a:ext cx="5837686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zh-CN" altLang="en-US" sz="1400" b="1" i="0" u="none" baseline="0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Historical Data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507259" y="5804890"/>
            <a:ext cx="5837686" cy="6874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1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Multi-year performance trends enable long-term analysis and forecasting.</a:t>
            </a:r>
            <a:endParaRPr lang="en-US" sz="1100"/>
          </a:p>
        </p:txBody>
      </p:sp>
      <p:grpSp>
        <p:nvGrpSpPr>
          <p:cNvPr id="27" name="Group 27"/>
          <p:cNvGrpSpPr/>
          <p:nvPr/>
        </p:nvGrpSpPr>
        <p:grpSpPr>
          <a:xfrm>
            <a:off x="8058838" y="1499273"/>
            <a:ext cx="3602039" cy="4023091"/>
            <a:chOff x="3867150" y="942975"/>
            <a:chExt cx="4454525" cy="4975226"/>
          </a:xfrm>
        </p:grpSpPr>
        <p:sp>
          <p:nvSpPr>
            <p:cNvPr id="28" name="Freeform 28"/>
            <p:cNvSpPr/>
            <p:nvPr/>
          </p:nvSpPr>
          <p:spPr>
            <a:xfrm>
              <a:off x="3867150" y="1476375"/>
              <a:ext cx="817563" cy="800100"/>
            </a:xfrm>
            <a:custGeom>
              <a:avLst/>
              <a:gdLst/>
              <a:ahLst/>
              <a:cxnLst/>
              <a:rect l="l" t="t" r="r" b="b"/>
              <a:pathLst>
                <a:path w="240" h="235">
                  <a:moveTo>
                    <a:pt x="120" y="166"/>
                  </a:moveTo>
                  <a:cubicBezTo>
                    <a:pt x="101" y="166"/>
                    <a:pt x="82" y="154"/>
                    <a:pt x="75" y="134"/>
                  </a:cubicBezTo>
                  <a:cubicBezTo>
                    <a:pt x="66" y="110"/>
                    <a:pt x="78" y="82"/>
                    <a:pt x="103" y="72"/>
                  </a:cubicBezTo>
                  <a:cubicBezTo>
                    <a:pt x="109" y="70"/>
                    <a:pt x="114" y="69"/>
                    <a:pt x="120" y="69"/>
                  </a:cubicBezTo>
                  <a:cubicBezTo>
                    <a:pt x="140" y="69"/>
                    <a:pt x="158" y="81"/>
                    <a:pt x="165" y="100"/>
                  </a:cubicBezTo>
                  <a:cubicBezTo>
                    <a:pt x="171" y="115"/>
                    <a:pt x="169" y="131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59" y="146"/>
                    <a:pt x="156" y="149"/>
                    <a:pt x="153" y="152"/>
                  </a:cubicBezTo>
                  <a:cubicBezTo>
                    <a:pt x="154" y="152"/>
                    <a:pt x="154" y="152"/>
                    <a:pt x="154" y="152"/>
                  </a:cubicBezTo>
                  <a:cubicBezTo>
                    <a:pt x="153" y="153"/>
                    <a:pt x="153" y="153"/>
                    <a:pt x="153" y="153"/>
                  </a:cubicBezTo>
                  <a:cubicBezTo>
                    <a:pt x="153" y="152"/>
                    <a:pt x="153" y="152"/>
                    <a:pt x="153" y="152"/>
                  </a:cubicBezTo>
                  <a:cubicBezTo>
                    <a:pt x="150" y="155"/>
                    <a:pt x="147" y="157"/>
                    <a:pt x="145" y="159"/>
                  </a:cubicBezTo>
                  <a:cubicBezTo>
                    <a:pt x="142" y="160"/>
                    <a:pt x="140" y="162"/>
                    <a:pt x="137" y="163"/>
                  </a:cubicBezTo>
                  <a:cubicBezTo>
                    <a:pt x="132" y="165"/>
                    <a:pt x="126" y="166"/>
                    <a:pt x="120" y="166"/>
                  </a:cubicBezTo>
                  <a:moveTo>
                    <a:pt x="82" y="0"/>
                  </a:moveTo>
                  <a:cubicBezTo>
                    <a:pt x="80" y="0"/>
                    <a:pt x="78" y="0"/>
                    <a:pt x="76" y="1"/>
                  </a:cubicBezTo>
                  <a:cubicBezTo>
                    <a:pt x="67" y="4"/>
                    <a:pt x="62" y="15"/>
                    <a:pt x="65" y="24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66" y="52"/>
                    <a:pt x="58" y="59"/>
                    <a:pt x="52" y="6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28" y="56"/>
                    <a:pt x="25" y="56"/>
                    <a:pt x="23" y="56"/>
                  </a:cubicBezTo>
                  <a:cubicBezTo>
                    <a:pt x="16" y="56"/>
                    <a:pt x="9" y="59"/>
                    <a:pt x="6" y="66"/>
                  </a:cubicBezTo>
                  <a:cubicBezTo>
                    <a:pt x="2" y="75"/>
                    <a:pt x="6" y="86"/>
                    <a:pt x="15" y="9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6" y="110"/>
                    <a:pt x="35" y="120"/>
                    <a:pt x="37" y="130"/>
                  </a:cubicBezTo>
                  <a:cubicBezTo>
                    <a:pt x="14" y="138"/>
                    <a:pt x="14" y="138"/>
                    <a:pt x="14" y="138"/>
                  </a:cubicBezTo>
                  <a:cubicBezTo>
                    <a:pt x="5" y="142"/>
                    <a:pt x="0" y="152"/>
                    <a:pt x="4" y="162"/>
                  </a:cubicBezTo>
                  <a:cubicBezTo>
                    <a:pt x="6" y="169"/>
                    <a:pt x="13" y="173"/>
                    <a:pt x="20" y="173"/>
                  </a:cubicBezTo>
                  <a:cubicBezTo>
                    <a:pt x="23" y="173"/>
                    <a:pt x="25" y="173"/>
                    <a:pt x="27" y="172"/>
                  </a:cubicBezTo>
                  <a:cubicBezTo>
                    <a:pt x="50" y="163"/>
                    <a:pt x="50" y="163"/>
                    <a:pt x="50" y="163"/>
                  </a:cubicBezTo>
                  <a:cubicBezTo>
                    <a:pt x="55" y="172"/>
                    <a:pt x="62" y="179"/>
                    <a:pt x="70" y="185"/>
                  </a:cubicBezTo>
                  <a:cubicBezTo>
                    <a:pt x="60" y="207"/>
                    <a:pt x="60" y="207"/>
                    <a:pt x="60" y="207"/>
                  </a:cubicBezTo>
                  <a:cubicBezTo>
                    <a:pt x="56" y="216"/>
                    <a:pt x="60" y="227"/>
                    <a:pt x="69" y="231"/>
                  </a:cubicBezTo>
                  <a:cubicBezTo>
                    <a:pt x="71" y="232"/>
                    <a:pt x="74" y="233"/>
                    <a:pt x="76" y="233"/>
                  </a:cubicBezTo>
                  <a:cubicBezTo>
                    <a:pt x="83" y="233"/>
                    <a:pt x="90" y="229"/>
                    <a:pt x="93" y="222"/>
                  </a:cubicBezTo>
                  <a:cubicBezTo>
                    <a:pt x="103" y="200"/>
                    <a:pt x="103" y="200"/>
                    <a:pt x="103" y="200"/>
                  </a:cubicBezTo>
                  <a:cubicBezTo>
                    <a:pt x="109" y="201"/>
                    <a:pt x="114" y="202"/>
                    <a:pt x="120" y="202"/>
                  </a:cubicBezTo>
                  <a:cubicBezTo>
                    <a:pt x="124" y="202"/>
                    <a:pt x="129" y="201"/>
                    <a:pt x="133" y="201"/>
                  </a:cubicBezTo>
                  <a:cubicBezTo>
                    <a:pt x="141" y="224"/>
                    <a:pt x="141" y="224"/>
                    <a:pt x="141" y="224"/>
                  </a:cubicBezTo>
                  <a:cubicBezTo>
                    <a:pt x="144" y="231"/>
                    <a:pt x="151" y="235"/>
                    <a:pt x="158" y="235"/>
                  </a:cubicBezTo>
                  <a:cubicBezTo>
                    <a:pt x="160" y="235"/>
                    <a:pt x="162" y="235"/>
                    <a:pt x="164" y="234"/>
                  </a:cubicBezTo>
                  <a:cubicBezTo>
                    <a:pt x="174" y="230"/>
                    <a:pt x="178" y="220"/>
                    <a:pt x="175" y="211"/>
                  </a:cubicBezTo>
                  <a:cubicBezTo>
                    <a:pt x="166" y="188"/>
                    <a:pt x="166" y="188"/>
                    <a:pt x="166" y="188"/>
                  </a:cubicBezTo>
                  <a:cubicBezTo>
                    <a:pt x="175" y="182"/>
                    <a:pt x="182" y="175"/>
                    <a:pt x="188" y="167"/>
                  </a:cubicBezTo>
                  <a:cubicBezTo>
                    <a:pt x="210" y="178"/>
                    <a:pt x="210" y="178"/>
                    <a:pt x="210" y="178"/>
                  </a:cubicBezTo>
                  <a:cubicBezTo>
                    <a:pt x="213" y="179"/>
                    <a:pt x="215" y="179"/>
                    <a:pt x="218" y="179"/>
                  </a:cubicBezTo>
                  <a:cubicBezTo>
                    <a:pt x="224" y="179"/>
                    <a:pt x="231" y="175"/>
                    <a:pt x="234" y="168"/>
                  </a:cubicBezTo>
                  <a:cubicBezTo>
                    <a:pt x="236" y="164"/>
                    <a:pt x="236" y="159"/>
                    <a:pt x="234" y="155"/>
                  </a:cubicBezTo>
                  <a:cubicBezTo>
                    <a:pt x="233" y="150"/>
                    <a:pt x="229" y="147"/>
                    <a:pt x="225" y="145"/>
                  </a:cubicBezTo>
                  <a:cubicBezTo>
                    <a:pt x="203" y="135"/>
                    <a:pt x="203" y="135"/>
                    <a:pt x="203" y="135"/>
                  </a:cubicBezTo>
                  <a:cubicBezTo>
                    <a:pt x="205" y="125"/>
                    <a:pt x="205" y="115"/>
                    <a:pt x="204" y="105"/>
                  </a:cubicBezTo>
                  <a:cubicBezTo>
                    <a:pt x="226" y="96"/>
                    <a:pt x="226" y="96"/>
                    <a:pt x="226" y="96"/>
                  </a:cubicBezTo>
                  <a:cubicBezTo>
                    <a:pt x="236" y="93"/>
                    <a:pt x="240" y="82"/>
                    <a:pt x="237" y="73"/>
                  </a:cubicBezTo>
                  <a:cubicBezTo>
                    <a:pt x="234" y="66"/>
                    <a:pt x="227" y="61"/>
                    <a:pt x="220" y="61"/>
                  </a:cubicBezTo>
                  <a:cubicBezTo>
                    <a:pt x="218" y="61"/>
                    <a:pt x="216" y="62"/>
                    <a:pt x="214" y="63"/>
                  </a:cubicBezTo>
                  <a:cubicBezTo>
                    <a:pt x="191" y="71"/>
                    <a:pt x="191" y="71"/>
                    <a:pt x="191" y="71"/>
                  </a:cubicBezTo>
                  <a:cubicBezTo>
                    <a:pt x="185" y="63"/>
                    <a:pt x="178" y="55"/>
                    <a:pt x="170" y="50"/>
                  </a:cubicBezTo>
                  <a:cubicBezTo>
                    <a:pt x="180" y="27"/>
                    <a:pt x="180" y="27"/>
                    <a:pt x="180" y="27"/>
                  </a:cubicBezTo>
                  <a:cubicBezTo>
                    <a:pt x="182" y="23"/>
                    <a:pt x="182" y="18"/>
                    <a:pt x="181" y="14"/>
                  </a:cubicBezTo>
                  <a:cubicBezTo>
                    <a:pt x="179" y="9"/>
                    <a:pt x="176" y="6"/>
                    <a:pt x="171" y="4"/>
                  </a:cubicBezTo>
                  <a:cubicBezTo>
                    <a:pt x="169" y="2"/>
                    <a:pt x="166" y="2"/>
                    <a:pt x="164" y="2"/>
                  </a:cubicBezTo>
                  <a:cubicBezTo>
                    <a:pt x="157" y="2"/>
                    <a:pt x="151" y="6"/>
                    <a:pt x="148" y="13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2" y="34"/>
                    <a:pt x="126" y="33"/>
                    <a:pt x="120" y="33"/>
                  </a:cubicBezTo>
                  <a:cubicBezTo>
                    <a:pt x="116" y="33"/>
                    <a:pt x="112" y="33"/>
                    <a:pt x="108" y="34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6" y="4"/>
                    <a:pt x="90" y="0"/>
                    <a:pt x="8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29" name="Freeform 29"/>
            <p:cNvSpPr/>
            <p:nvPr/>
          </p:nvSpPr>
          <p:spPr>
            <a:xfrm>
              <a:off x="4468813" y="996950"/>
              <a:ext cx="603250" cy="601663"/>
            </a:xfrm>
            <a:custGeom>
              <a:avLst/>
              <a:gdLst/>
              <a:ahLst/>
              <a:cxnLst/>
              <a:rect l="l" t="t" r="r" b="b"/>
              <a:pathLst>
                <a:path w="177" h="177">
                  <a:moveTo>
                    <a:pt x="89" y="123"/>
                  </a:moveTo>
                  <a:cubicBezTo>
                    <a:pt x="70" y="123"/>
                    <a:pt x="55" y="108"/>
                    <a:pt x="54" y="90"/>
                  </a:cubicBezTo>
                  <a:cubicBezTo>
                    <a:pt x="54" y="71"/>
                    <a:pt x="68" y="55"/>
                    <a:pt x="87" y="54"/>
                  </a:cubicBezTo>
                  <a:cubicBezTo>
                    <a:pt x="88" y="54"/>
                    <a:pt x="88" y="54"/>
                    <a:pt x="89" y="54"/>
                  </a:cubicBezTo>
                  <a:cubicBezTo>
                    <a:pt x="107" y="54"/>
                    <a:pt x="122" y="69"/>
                    <a:pt x="123" y="87"/>
                  </a:cubicBezTo>
                  <a:cubicBezTo>
                    <a:pt x="123" y="98"/>
                    <a:pt x="118" y="108"/>
                    <a:pt x="110" y="115"/>
                  </a:cubicBezTo>
                  <a:cubicBezTo>
                    <a:pt x="110" y="115"/>
                    <a:pt x="110" y="115"/>
                    <a:pt x="110" y="115"/>
                  </a:cubicBezTo>
                  <a:cubicBezTo>
                    <a:pt x="108" y="116"/>
                    <a:pt x="106" y="118"/>
                    <a:pt x="103" y="119"/>
                  </a:cubicBezTo>
                  <a:cubicBezTo>
                    <a:pt x="103" y="119"/>
                    <a:pt x="103" y="119"/>
                    <a:pt x="103" y="119"/>
                  </a:cubicBezTo>
                  <a:cubicBezTo>
                    <a:pt x="103" y="120"/>
                    <a:pt x="103" y="120"/>
                    <a:pt x="103" y="120"/>
                  </a:cubicBezTo>
                  <a:cubicBezTo>
                    <a:pt x="103" y="119"/>
                    <a:pt x="103" y="119"/>
                    <a:pt x="103" y="119"/>
                  </a:cubicBezTo>
                  <a:cubicBezTo>
                    <a:pt x="100" y="120"/>
                    <a:pt x="98" y="121"/>
                    <a:pt x="96" y="122"/>
                  </a:cubicBezTo>
                  <a:cubicBezTo>
                    <a:pt x="94" y="122"/>
                    <a:pt x="92" y="123"/>
                    <a:pt x="90" y="123"/>
                  </a:cubicBezTo>
                  <a:cubicBezTo>
                    <a:pt x="90" y="123"/>
                    <a:pt x="89" y="123"/>
                    <a:pt x="89" y="123"/>
                  </a:cubicBezTo>
                  <a:moveTo>
                    <a:pt x="86" y="0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78" y="0"/>
                    <a:pt x="73" y="6"/>
                    <a:pt x="73" y="13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67" y="32"/>
                    <a:pt x="60" y="36"/>
                    <a:pt x="54" y="4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39" y="26"/>
                    <a:pt x="36" y="24"/>
                    <a:pt x="33" y="24"/>
                  </a:cubicBezTo>
                  <a:cubicBezTo>
                    <a:pt x="30" y="24"/>
                    <a:pt x="26" y="26"/>
                    <a:pt x="24" y="29"/>
                  </a:cubicBezTo>
                  <a:cubicBezTo>
                    <a:pt x="19" y="34"/>
                    <a:pt x="19" y="42"/>
                    <a:pt x="24" y="47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4" y="64"/>
                    <a:pt x="31" y="71"/>
                    <a:pt x="30" y="78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6" y="79"/>
                    <a:pt x="0" y="85"/>
                    <a:pt x="0" y="92"/>
                  </a:cubicBezTo>
                  <a:cubicBezTo>
                    <a:pt x="1" y="99"/>
                    <a:pt x="6" y="104"/>
                    <a:pt x="13" y="104"/>
                  </a:cubicBezTo>
                  <a:cubicBezTo>
                    <a:pt x="13" y="104"/>
                    <a:pt x="13" y="104"/>
                    <a:pt x="14" y="104"/>
                  </a:cubicBezTo>
                  <a:cubicBezTo>
                    <a:pt x="31" y="103"/>
                    <a:pt x="31" y="103"/>
                    <a:pt x="31" y="103"/>
                  </a:cubicBezTo>
                  <a:cubicBezTo>
                    <a:pt x="33" y="110"/>
                    <a:pt x="36" y="117"/>
                    <a:pt x="40" y="123"/>
                  </a:cubicBezTo>
                  <a:cubicBezTo>
                    <a:pt x="28" y="135"/>
                    <a:pt x="28" y="135"/>
                    <a:pt x="28" y="135"/>
                  </a:cubicBezTo>
                  <a:cubicBezTo>
                    <a:pt x="23" y="140"/>
                    <a:pt x="24" y="149"/>
                    <a:pt x="29" y="153"/>
                  </a:cubicBezTo>
                  <a:cubicBezTo>
                    <a:pt x="31" y="156"/>
                    <a:pt x="34" y="157"/>
                    <a:pt x="37" y="157"/>
                  </a:cubicBezTo>
                  <a:cubicBezTo>
                    <a:pt x="41" y="157"/>
                    <a:pt x="44" y="155"/>
                    <a:pt x="47" y="153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64" y="143"/>
                    <a:pt x="71" y="146"/>
                    <a:pt x="78" y="147"/>
                  </a:cubicBezTo>
                  <a:cubicBezTo>
                    <a:pt x="79" y="164"/>
                    <a:pt x="79" y="164"/>
                    <a:pt x="79" y="164"/>
                  </a:cubicBezTo>
                  <a:cubicBezTo>
                    <a:pt x="79" y="171"/>
                    <a:pt x="85" y="177"/>
                    <a:pt x="92" y="177"/>
                  </a:cubicBezTo>
                  <a:cubicBezTo>
                    <a:pt x="92" y="177"/>
                    <a:pt x="92" y="177"/>
                    <a:pt x="92" y="177"/>
                  </a:cubicBezTo>
                  <a:cubicBezTo>
                    <a:pt x="99" y="176"/>
                    <a:pt x="105" y="170"/>
                    <a:pt x="104" y="163"/>
                  </a:cubicBezTo>
                  <a:cubicBezTo>
                    <a:pt x="104" y="146"/>
                    <a:pt x="104" y="146"/>
                    <a:pt x="104" y="146"/>
                  </a:cubicBezTo>
                  <a:cubicBezTo>
                    <a:pt x="111" y="144"/>
                    <a:pt x="117" y="141"/>
                    <a:pt x="123" y="137"/>
                  </a:cubicBezTo>
                  <a:cubicBezTo>
                    <a:pt x="136" y="149"/>
                    <a:pt x="136" y="149"/>
                    <a:pt x="136" y="149"/>
                  </a:cubicBezTo>
                  <a:cubicBezTo>
                    <a:pt x="138" y="151"/>
                    <a:pt x="141" y="152"/>
                    <a:pt x="144" y="152"/>
                  </a:cubicBezTo>
                  <a:cubicBezTo>
                    <a:pt x="148" y="152"/>
                    <a:pt x="151" y="151"/>
                    <a:pt x="154" y="148"/>
                  </a:cubicBezTo>
                  <a:cubicBezTo>
                    <a:pt x="156" y="146"/>
                    <a:pt x="157" y="142"/>
                    <a:pt x="157" y="139"/>
                  </a:cubicBezTo>
                  <a:cubicBezTo>
                    <a:pt x="157" y="136"/>
                    <a:pt x="155" y="133"/>
                    <a:pt x="153" y="130"/>
                  </a:cubicBezTo>
                  <a:cubicBezTo>
                    <a:pt x="140" y="119"/>
                    <a:pt x="140" y="119"/>
                    <a:pt x="140" y="119"/>
                  </a:cubicBezTo>
                  <a:cubicBezTo>
                    <a:pt x="144" y="113"/>
                    <a:pt x="146" y="106"/>
                    <a:pt x="147" y="99"/>
                  </a:cubicBezTo>
                  <a:cubicBezTo>
                    <a:pt x="165" y="98"/>
                    <a:pt x="165" y="98"/>
                    <a:pt x="165" y="98"/>
                  </a:cubicBezTo>
                  <a:cubicBezTo>
                    <a:pt x="172" y="98"/>
                    <a:pt x="177" y="92"/>
                    <a:pt x="177" y="85"/>
                  </a:cubicBezTo>
                  <a:cubicBezTo>
                    <a:pt x="177" y="78"/>
                    <a:pt x="171" y="73"/>
                    <a:pt x="164" y="73"/>
                  </a:cubicBezTo>
                  <a:cubicBezTo>
                    <a:pt x="164" y="73"/>
                    <a:pt x="164" y="73"/>
                    <a:pt x="164" y="73"/>
                  </a:cubicBezTo>
                  <a:cubicBezTo>
                    <a:pt x="146" y="73"/>
                    <a:pt x="146" y="73"/>
                    <a:pt x="146" y="73"/>
                  </a:cubicBezTo>
                  <a:cubicBezTo>
                    <a:pt x="145" y="66"/>
                    <a:pt x="142" y="60"/>
                    <a:pt x="138" y="54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52" y="39"/>
                    <a:pt x="153" y="36"/>
                    <a:pt x="153" y="32"/>
                  </a:cubicBezTo>
                  <a:cubicBezTo>
                    <a:pt x="153" y="29"/>
                    <a:pt x="151" y="26"/>
                    <a:pt x="149" y="24"/>
                  </a:cubicBezTo>
                  <a:cubicBezTo>
                    <a:pt x="146" y="21"/>
                    <a:pt x="143" y="20"/>
                    <a:pt x="140" y="20"/>
                  </a:cubicBezTo>
                  <a:cubicBezTo>
                    <a:pt x="136" y="20"/>
                    <a:pt x="133" y="22"/>
                    <a:pt x="131" y="24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13" y="33"/>
                    <a:pt x="106" y="31"/>
                    <a:pt x="99" y="30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8" y="6"/>
                    <a:pt x="92" y="0"/>
                    <a:pt x="8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30" name="Freeform 30"/>
            <p:cNvSpPr/>
            <p:nvPr/>
          </p:nvSpPr>
          <p:spPr>
            <a:xfrm>
              <a:off x="8059738" y="3181350"/>
              <a:ext cx="41275" cy="265113"/>
            </a:xfrm>
            <a:custGeom>
              <a:avLst/>
              <a:gdLst/>
              <a:ahLst/>
              <a:cxnLst/>
              <a:rect l="l" t="t" r="r" b="b"/>
              <a:pathLst>
                <a:path w="12" h="78">
                  <a:moveTo>
                    <a:pt x="6" y="78"/>
                  </a:moveTo>
                  <a:cubicBezTo>
                    <a:pt x="3" y="78"/>
                    <a:pt x="0" y="76"/>
                    <a:pt x="0" y="7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0" y="78"/>
                    <a:pt x="6" y="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7947025" y="3292475"/>
              <a:ext cx="269875" cy="41275"/>
            </a:xfrm>
            <a:custGeom>
              <a:avLst/>
              <a:gdLst/>
              <a:ahLst/>
              <a:cxnLst/>
              <a:rect l="l" t="t" r="r" b="b"/>
              <a:pathLst>
                <a:path w="79" h="12">
                  <a:moveTo>
                    <a:pt x="73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9" y="3"/>
                    <a:pt x="79" y="6"/>
                  </a:cubicBezTo>
                  <a:cubicBezTo>
                    <a:pt x="79" y="9"/>
                    <a:pt x="76" y="12"/>
                    <a:pt x="7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32" name="Freeform 32"/>
            <p:cNvSpPr/>
            <p:nvPr/>
          </p:nvSpPr>
          <p:spPr>
            <a:xfrm>
              <a:off x="4459288" y="4503738"/>
              <a:ext cx="41275" cy="268288"/>
            </a:xfrm>
            <a:custGeom>
              <a:avLst/>
              <a:gdLst/>
              <a:ahLst/>
              <a:cxnLst/>
              <a:rect l="l" t="t" r="r" b="b"/>
              <a:pathLst>
                <a:path w="12" h="79">
                  <a:moveTo>
                    <a:pt x="6" y="79"/>
                  </a:moveTo>
                  <a:cubicBezTo>
                    <a:pt x="3" y="79"/>
                    <a:pt x="0" y="76"/>
                    <a:pt x="0" y="7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6"/>
                    <a:pt x="9" y="79"/>
                    <a:pt x="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33" name="Freeform 33"/>
            <p:cNvSpPr/>
            <p:nvPr/>
          </p:nvSpPr>
          <p:spPr>
            <a:xfrm>
              <a:off x="4346575" y="4614863"/>
              <a:ext cx="266700" cy="41275"/>
            </a:xfrm>
            <a:custGeom>
              <a:avLst/>
              <a:gdLst/>
              <a:ahLst/>
              <a:cxnLst/>
              <a:rect l="l" t="t" r="r" b="b"/>
              <a:pathLst>
                <a:path w="78" h="12">
                  <a:moveTo>
                    <a:pt x="7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3"/>
                    <a:pt x="78" y="6"/>
                  </a:cubicBezTo>
                  <a:cubicBezTo>
                    <a:pt x="78" y="10"/>
                    <a:pt x="76" y="12"/>
                    <a:pt x="72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4070350" y="5665788"/>
              <a:ext cx="4251325" cy="2524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35" name="Freeform 35"/>
            <p:cNvSpPr/>
            <p:nvPr/>
          </p:nvSpPr>
          <p:spPr>
            <a:xfrm>
              <a:off x="6135688" y="942975"/>
              <a:ext cx="1597025" cy="1023938"/>
            </a:xfrm>
            <a:custGeom>
              <a:avLst/>
              <a:gdLst/>
              <a:ahLst/>
              <a:cxnLst/>
              <a:rect l="l" t="t" r="r" b="b"/>
              <a:pathLst>
                <a:path w="1006" h="645">
                  <a:moveTo>
                    <a:pt x="0" y="0"/>
                  </a:moveTo>
                  <a:lnTo>
                    <a:pt x="354" y="531"/>
                  </a:lnTo>
                  <a:lnTo>
                    <a:pt x="1006" y="645"/>
                  </a:lnTo>
                  <a:lnTo>
                    <a:pt x="646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A45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36" name="Freeform 36"/>
            <p:cNvSpPr/>
            <p:nvPr/>
          </p:nvSpPr>
          <p:spPr>
            <a:xfrm>
              <a:off x="6135688" y="942975"/>
              <a:ext cx="1597025" cy="1023938"/>
            </a:xfrm>
            <a:custGeom>
              <a:avLst/>
              <a:gdLst/>
              <a:ahLst/>
              <a:cxnLst/>
              <a:rect l="l" t="t" r="r" b="b"/>
              <a:pathLst>
                <a:path w="1006" h="645">
                  <a:moveTo>
                    <a:pt x="0" y="0"/>
                  </a:moveTo>
                  <a:lnTo>
                    <a:pt x="354" y="531"/>
                  </a:lnTo>
                  <a:lnTo>
                    <a:pt x="1006" y="645"/>
                  </a:lnTo>
                  <a:lnTo>
                    <a:pt x="646" y="10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37" name="Freeform 37"/>
            <p:cNvSpPr/>
            <p:nvPr/>
          </p:nvSpPr>
          <p:spPr>
            <a:xfrm>
              <a:off x="6121400" y="942975"/>
              <a:ext cx="1611313" cy="1036638"/>
            </a:xfrm>
            <a:custGeom>
              <a:avLst/>
              <a:gdLst/>
              <a:ahLst/>
              <a:cxnLst/>
              <a:rect l="l" t="t" r="r" b="b"/>
              <a:pathLst>
                <a:path w="1015" h="653">
                  <a:moveTo>
                    <a:pt x="9" y="0"/>
                  </a:moveTo>
                  <a:lnTo>
                    <a:pt x="0" y="9"/>
                  </a:lnTo>
                  <a:lnTo>
                    <a:pt x="1004" y="653"/>
                  </a:lnTo>
                  <a:lnTo>
                    <a:pt x="1015" y="64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2C3A45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6121400" y="942975"/>
              <a:ext cx="1611313" cy="1036638"/>
            </a:xfrm>
            <a:custGeom>
              <a:avLst/>
              <a:gdLst/>
              <a:ahLst/>
              <a:cxnLst/>
              <a:rect l="l" t="t" r="r" b="b"/>
              <a:pathLst>
                <a:path w="1015" h="653">
                  <a:moveTo>
                    <a:pt x="9" y="0"/>
                  </a:moveTo>
                  <a:lnTo>
                    <a:pt x="0" y="9"/>
                  </a:lnTo>
                  <a:lnTo>
                    <a:pt x="1004" y="653"/>
                  </a:lnTo>
                  <a:lnTo>
                    <a:pt x="1015" y="645"/>
                  </a:lnTo>
                  <a:lnTo>
                    <a:pt x="9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6121400" y="957263"/>
              <a:ext cx="1593850" cy="1022350"/>
            </a:xfrm>
            <a:custGeom>
              <a:avLst/>
              <a:gdLst/>
              <a:ahLst/>
              <a:cxnLst/>
              <a:rect l="l" t="t" r="r" b="b"/>
              <a:pathLst>
                <a:path w="1004" h="644">
                  <a:moveTo>
                    <a:pt x="0" y="0"/>
                  </a:moveTo>
                  <a:lnTo>
                    <a:pt x="352" y="531"/>
                  </a:lnTo>
                  <a:lnTo>
                    <a:pt x="1004" y="644"/>
                  </a:lnTo>
                  <a:lnTo>
                    <a:pt x="646" y="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262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6121400" y="957263"/>
              <a:ext cx="1593850" cy="1022350"/>
            </a:xfrm>
            <a:custGeom>
              <a:avLst/>
              <a:gdLst/>
              <a:ahLst/>
              <a:cxnLst/>
              <a:rect l="l" t="t" r="r" b="b"/>
              <a:pathLst>
                <a:path w="1004" h="644">
                  <a:moveTo>
                    <a:pt x="0" y="0"/>
                  </a:moveTo>
                  <a:lnTo>
                    <a:pt x="352" y="531"/>
                  </a:lnTo>
                  <a:lnTo>
                    <a:pt x="1004" y="644"/>
                  </a:lnTo>
                  <a:lnTo>
                    <a:pt x="646" y="10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41" name="Freeform 41"/>
            <p:cNvSpPr/>
            <p:nvPr/>
          </p:nvSpPr>
          <p:spPr>
            <a:xfrm>
              <a:off x="6261100" y="1235075"/>
              <a:ext cx="1035050" cy="919163"/>
            </a:xfrm>
            <a:custGeom>
              <a:avLst/>
              <a:gdLst/>
              <a:ahLst/>
              <a:cxnLst/>
              <a:rect l="l" t="t" r="r" b="b"/>
              <a:pathLst>
                <a:path w="304" h="270">
                  <a:moveTo>
                    <a:pt x="304" y="144"/>
                  </a:moveTo>
                  <a:cubicBezTo>
                    <a:pt x="271" y="198"/>
                    <a:pt x="271" y="198"/>
                    <a:pt x="271" y="198"/>
                  </a:cubicBezTo>
                  <a:cubicBezTo>
                    <a:pt x="227" y="270"/>
                    <a:pt x="227" y="270"/>
                    <a:pt x="227" y="270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2" y="117"/>
                    <a:pt x="32" y="75"/>
                    <a:pt x="56" y="41"/>
                  </a:cubicBezTo>
                  <a:cubicBezTo>
                    <a:pt x="73" y="19"/>
                    <a:pt x="86" y="0"/>
                    <a:pt x="86" y="0"/>
                  </a:cubicBezTo>
                  <a:cubicBezTo>
                    <a:pt x="187" y="1"/>
                    <a:pt x="260" y="49"/>
                    <a:pt x="304" y="144"/>
                  </a:cubicBezTo>
                </a:path>
              </a:pathLst>
            </a:custGeom>
            <a:solidFill>
              <a:srgbClr val="2C3A45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42" name="Freeform 42"/>
            <p:cNvSpPr/>
            <p:nvPr/>
          </p:nvSpPr>
          <p:spPr>
            <a:xfrm>
              <a:off x="6261100" y="1235075"/>
              <a:ext cx="457200" cy="496888"/>
            </a:xfrm>
            <a:custGeom>
              <a:avLst/>
              <a:gdLst/>
              <a:ahLst/>
              <a:cxnLst/>
              <a:rect l="l" t="t" r="r" b="b"/>
              <a:pathLst>
                <a:path w="134" h="146">
                  <a:moveTo>
                    <a:pt x="134" y="5"/>
                  </a:moveTo>
                  <a:cubicBezTo>
                    <a:pt x="119" y="2"/>
                    <a:pt x="103" y="0"/>
                    <a:pt x="86" y="0"/>
                  </a:cubicBezTo>
                  <a:cubicBezTo>
                    <a:pt x="86" y="0"/>
                    <a:pt x="73" y="19"/>
                    <a:pt x="56" y="41"/>
                  </a:cubicBezTo>
                  <a:cubicBezTo>
                    <a:pt x="32" y="75"/>
                    <a:pt x="2" y="117"/>
                    <a:pt x="0" y="122"/>
                  </a:cubicBezTo>
                  <a:cubicBezTo>
                    <a:pt x="38" y="146"/>
                    <a:pt x="38" y="146"/>
                    <a:pt x="38" y="146"/>
                  </a:cubicBezTo>
                  <a:cubicBezTo>
                    <a:pt x="68" y="98"/>
                    <a:pt x="100" y="49"/>
                    <a:pt x="134" y="5"/>
                  </a:cubicBezTo>
                </a:path>
              </a:pathLst>
            </a:custGeom>
            <a:solidFill>
              <a:srgbClr val="415666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43" name="Freeform 43"/>
            <p:cNvSpPr/>
            <p:nvPr/>
          </p:nvSpPr>
          <p:spPr>
            <a:xfrm>
              <a:off x="6561138" y="123507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212D3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44" name="Freeform 44"/>
            <p:cNvSpPr/>
            <p:nvPr/>
          </p:nvSpPr>
          <p:spPr>
            <a:xfrm>
              <a:off x="6561138" y="1235075"/>
              <a:ext cx="735013" cy="673100"/>
            </a:xfrm>
            <a:custGeom>
              <a:avLst/>
              <a:gdLst/>
              <a:ahLst/>
              <a:cxnLst/>
              <a:rect l="l" t="t" r="r" b="b"/>
              <a:pathLst>
                <a:path w="216" h="198">
                  <a:moveTo>
                    <a:pt x="0" y="0"/>
                  </a:moveTo>
                  <a:cubicBezTo>
                    <a:pt x="16" y="0"/>
                    <a:pt x="32" y="2"/>
                    <a:pt x="46" y="5"/>
                  </a:cubicBezTo>
                  <a:cubicBezTo>
                    <a:pt x="35" y="19"/>
                    <a:pt x="24" y="35"/>
                    <a:pt x="13" y="50"/>
                  </a:cubicBezTo>
                  <a:cubicBezTo>
                    <a:pt x="67" y="62"/>
                    <a:pt x="153" y="97"/>
                    <a:pt x="183" y="196"/>
                  </a:cubicBezTo>
                  <a:cubicBezTo>
                    <a:pt x="183" y="197"/>
                    <a:pt x="183" y="197"/>
                    <a:pt x="183" y="198"/>
                  </a:cubicBezTo>
                  <a:cubicBezTo>
                    <a:pt x="216" y="144"/>
                    <a:pt x="216" y="144"/>
                    <a:pt x="216" y="144"/>
                  </a:cubicBezTo>
                  <a:cubicBezTo>
                    <a:pt x="172" y="50"/>
                    <a:pt x="100" y="2"/>
                    <a:pt x="0" y="0"/>
                  </a:cubicBezTo>
                </a:path>
              </a:pathLst>
            </a:custGeom>
            <a:solidFill>
              <a:srgbClr val="212D3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45" name="Freeform 45"/>
            <p:cNvSpPr/>
            <p:nvPr/>
          </p:nvSpPr>
          <p:spPr>
            <a:xfrm>
              <a:off x="6451600" y="1235075"/>
              <a:ext cx="266700" cy="169863"/>
            </a:xfrm>
            <a:custGeom>
              <a:avLst/>
              <a:gdLst/>
              <a:ahLst/>
              <a:cxnLst/>
              <a:rect l="l" t="t" r="r" b="b"/>
              <a:pathLst>
                <a:path w="78" h="50">
                  <a:moveTo>
                    <a:pt x="30" y="0"/>
                  </a:moveTo>
                  <a:cubicBezTo>
                    <a:pt x="30" y="0"/>
                    <a:pt x="17" y="19"/>
                    <a:pt x="0" y="41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1" y="44"/>
                    <a:pt x="19" y="44"/>
                    <a:pt x="45" y="50"/>
                  </a:cubicBezTo>
                  <a:cubicBezTo>
                    <a:pt x="56" y="35"/>
                    <a:pt x="67" y="19"/>
                    <a:pt x="78" y="5"/>
                  </a:cubicBezTo>
                  <a:cubicBezTo>
                    <a:pt x="64" y="2"/>
                    <a:pt x="48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30435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780088" y="4129088"/>
              <a:ext cx="549275" cy="530225"/>
            </a:xfrm>
            <a:custGeom>
              <a:avLst/>
              <a:gdLst/>
              <a:ahLst/>
              <a:cxnLst/>
              <a:rect l="l" t="t" r="r" b="b"/>
              <a:pathLst>
                <a:path w="161" h="156">
                  <a:moveTo>
                    <a:pt x="115" y="156"/>
                  </a:moveTo>
                  <a:cubicBezTo>
                    <a:pt x="46" y="156"/>
                    <a:pt x="46" y="156"/>
                    <a:pt x="46" y="156"/>
                  </a:cubicBezTo>
                  <a:cubicBezTo>
                    <a:pt x="20" y="156"/>
                    <a:pt x="0" y="136"/>
                    <a:pt x="0" y="11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1"/>
                    <a:pt x="20" y="0"/>
                    <a:pt x="46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40" y="0"/>
                    <a:pt x="161" y="21"/>
                    <a:pt x="161" y="46"/>
                  </a:cubicBezTo>
                  <a:cubicBezTo>
                    <a:pt x="161" y="110"/>
                    <a:pt x="161" y="110"/>
                    <a:pt x="161" y="110"/>
                  </a:cubicBezTo>
                  <a:cubicBezTo>
                    <a:pt x="161" y="136"/>
                    <a:pt x="140" y="156"/>
                    <a:pt x="115" y="156"/>
                  </a:cubicBezTo>
                </a:path>
              </a:pathLst>
            </a:cu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668963" y="3822700"/>
              <a:ext cx="773113" cy="744538"/>
            </a:xfrm>
            <a:custGeom>
              <a:avLst/>
              <a:gdLst/>
              <a:ahLst/>
              <a:cxnLst/>
              <a:rect l="l" t="t" r="r" b="b"/>
              <a:pathLst>
                <a:path w="227" h="219">
                  <a:moveTo>
                    <a:pt x="191" y="219"/>
                  </a:moveTo>
                  <a:cubicBezTo>
                    <a:pt x="36" y="219"/>
                    <a:pt x="36" y="219"/>
                    <a:pt x="36" y="219"/>
                  </a:cubicBezTo>
                  <a:cubicBezTo>
                    <a:pt x="16" y="219"/>
                    <a:pt x="0" y="203"/>
                    <a:pt x="0" y="184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211" y="0"/>
                    <a:pt x="227" y="16"/>
                    <a:pt x="227" y="36"/>
                  </a:cubicBezTo>
                  <a:cubicBezTo>
                    <a:pt x="227" y="184"/>
                    <a:pt x="227" y="184"/>
                    <a:pt x="227" y="184"/>
                  </a:cubicBezTo>
                  <a:cubicBezTo>
                    <a:pt x="227" y="203"/>
                    <a:pt x="211" y="219"/>
                    <a:pt x="191" y="219"/>
                  </a:cubicBezTo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48" name="Freeform 48"/>
            <p:cNvSpPr/>
            <p:nvPr/>
          </p:nvSpPr>
          <p:spPr>
            <a:xfrm>
              <a:off x="4935538" y="1503363"/>
              <a:ext cx="2214563" cy="2533650"/>
            </a:xfrm>
            <a:custGeom>
              <a:avLst/>
              <a:gdLst/>
              <a:ahLst/>
              <a:cxnLst/>
              <a:rect l="l" t="t" r="r" b="b"/>
              <a:pathLst>
                <a:path w="650" h="745">
                  <a:moveTo>
                    <a:pt x="650" y="330"/>
                  </a:moveTo>
                  <a:cubicBezTo>
                    <a:pt x="650" y="147"/>
                    <a:pt x="498" y="0"/>
                    <a:pt x="313" y="8"/>
                  </a:cubicBezTo>
                  <a:cubicBezTo>
                    <a:pt x="149" y="16"/>
                    <a:pt x="16" y="148"/>
                    <a:pt x="7" y="312"/>
                  </a:cubicBezTo>
                  <a:cubicBezTo>
                    <a:pt x="0" y="449"/>
                    <a:pt x="79" y="569"/>
                    <a:pt x="194" y="622"/>
                  </a:cubicBezTo>
                  <a:cubicBezTo>
                    <a:pt x="194" y="707"/>
                    <a:pt x="194" y="707"/>
                    <a:pt x="194" y="707"/>
                  </a:cubicBezTo>
                  <a:cubicBezTo>
                    <a:pt x="194" y="728"/>
                    <a:pt x="211" y="745"/>
                    <a:pt x="232" y="745"/>
                  </a:cubicBezTo>
                  <a:cubicBezTo>
                    <a:pt x="425" y="745"/>
                    <a:pt x="425" y="745"/>
                    <a:pt x="425" y="745"/>
                  </a:cubicBezTo>
                  <a:cubicBezTo>
                    <a:pt x="446" y="745"/>
                    <a:pt x="463" y="728"/>
                    <a:pt x="463" y="707"/>
                  </a:cubicBezTo>
                  <a:cubicBezTo>
                    <a:pt x="463" y="622"/>
                    <a:pt x="463" y="622"/>
                    <a:pt x="463" y="622"/>
                  </a:cubicBezTo>
                  <a:cubicBezTo>
                    <a:pt x="574" y="571"/>
                    <a:pt x="650" y="459"/>
                    <a:pt x="650" y="330"/>
                  </a:cubicBezTo>
                </a:path>
              </a:pathLst>
            </a:custGeom>
            <a:solidFill>
              <a:srgbClr val="FAC40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49" name="Freeform 49"/>
            <p:cNvSpPr/>
            <p:nvPr/>
          </p:nvSpPr>
          <p:spPr>
            <a:xfrm>
              <a:off x="6094413" y="3663950"/>
              <a:ext cx="350838" cy="312738"/>
            </a:xfrm>
            <a:custGeom>
              <a:avLst/>
              <a:gdLst/>
              <a:ahLst/>
              <a:cxnLst/>
              <a:rect l="l" t="t" r="r" b="b"/>
              <a:pathLst>
                <a:path w="103" h="92">
                  <a:moveTo>
                    <a:pt x="103" y="0"/>
                  </a:moveTo>
                  <a:cubicBezTo>
                    <a:pt x="81" y="72"/>
                    <a:pt x="0" y="92"/>
                    <a:pt x="0" y="92"/>
                  </a:cubicBezTo>
                  <a:cubicBezTo>
                    <a:pt x="0" y="92"/>
                    <a:pt x="42" y="92"/>
                    <a:pt x="71" y="92"/>
                  </a:cubicBezTo>
                  <a:cubicBezTo>
                    <a:pt x="100" y="92"/>
                    <a:pt x="103" y="72"/>
                    <a:pt x="103" y="72"/>
                  </a:cubicBezTo>
                  <a:cubicBezTo>
                    <a:pt x="103" y="0"/>
                    <a:pt x="103" y="0"/>
                    <a:pt x="103" y="0"/>
                  </a:cubicBezTo>
                </a:path>
              </a:pathLst>
            </a:custGeom>
            <a:solidFill>
              <a:srgbClr val="FDD72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184775" y="1636713"/>
              <a:ext cx="1298575" cy="565150"/>
            </a:xfrm>
            <a:custGeom>
              <a:avLst/>
              <a:gdLst/>
              <a:ahLst/>
              <a:cxnLst/>
              <a:rect l="l" t="t" r="r" b="b"/>
              <a:pathLst>
                <a:path w="381" h="166">
                  <a:moveTo>
                    <a:pt x="261" y="0"/>
                  </a:moveTo>
                  <a:cubicBezTo>
                    <a:pt x="152" y="0"/>
                    <a:pt x="49" y="62"/>
                    <a:pt x="0" y="166"/>
                  </a:cubicBezTo>
                  <a:cubicBezTo>
                    <a:pt x="114" y="69"/>
                    <a:pt x="238" y="27"/>
                    <a:pt x="368" y="27"/>
                  </a:cubicBezTo>
                  <a:cubicBezTo>
                    <a:pt x="373" y="27"/>
                    <a:pt x="377" y="27"/>
                    <a:pt x="381" y="27"/>
                  </a:cubicBezTo>
                  <a:cubicBezTo>
                    <a:pt x="342" y="9"/>
                    <a:pt x="301" y="0"/>
                    <a:pt x="261" y="0"/>
                  </a:cubicBezTo>
                </a:path>
              </a:pathLst>
            </a:custGeom>
            <a:solidFill>
              <a:srgbClr val="FDD72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5702300" y="4084638"/>
              <a:ext cx="681038" cy="14288"/>
            </a:xfrm>
            <a:prstGeom prst="rect">
              <a:avLst/>
            </a:pr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52" name="AutoShape 52"/>
            <p:cNvSpPr/>
            <p:nvPr/>
          </p:nvSpPr>
          <p:spPr>
            <a:xfrm>
              <a:off x="5702300" y="4084638"/>
              <a:ext cx="681038" cy="14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5702300" y="4132263"/>
              <a:ext cx="681038" cy="14288"/>
            </a:xfrm>
            <a:prstGeom prst="rect">
              <a:avLst/>
            </a:pr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54" name="AutoShape 54"/>
            <p:cNvSpPr/>
            <p:nvPr/>
          </p:nvSpPr>
          <p:spPr>
            <a:xfrm>
              <a:off x="5702300" y="4132263"/>
              <a:ext cx="681038" cy="14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55" name="AutoShape 55"/>
            <p:cNvSpPr/>
            <p:nvPr/>
          </p:nvSpPr>
          <p:spPr>
            <a:xfrm>
              <a:off x="5702300" y="4176713"/>
              <a:ext cx="681038" cy="14288"/>
            </a:xfrm>
            <a:prstGeom prst="rect">
              <a:avLst/>
            </a:pr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5702300" y="4176713"/>
              <a:ext cx="681038" cy="14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57" name="AutoShape 57"/>
            <p:cNvSpPr/>
            <p:nvPr/>
          </p:nvSpPr>
          <p:spPr>
            <a:xfrm>
              <a:off x="5702300" y="4224338"/>
              <a:ext cx="681038" cy="11113"/>
            </a:xfrm>
            <a:prstGeom prst="rect">
              <a:avLst/>
            </a:pr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58" name="AutoShape 58"/>
            <p:cNvSpPr/>
            <p:nvPr/>
          </p:nvSpPr>
          <p:spPr>
            <a:xfrm>
              <a:off x="5702300" y="4224338"/>
              <a:ext cx="681038" cy="111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59" name="AutoShape 59"/>
            <p:cNvSpPr/>
            <p:nvPr/>
          </p:nvSpPr>
          <p:spPr>
            <a:xfrm>
              <a:off x="5702300" y="4268788"/>
              <a:ext cx="681038" cy="14288"/>
            </a:xfrm>
            <a:prstGeom prst="rect">
              <a:avLst/>
            </a:pr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0" name="AutoShape 60"/>
            <p:cNvSpPr/>
            <p:nvPr/>
          </p:nvSpPr>
          <p:spPr>
            <a:xfrm>
              <a:off x="5702300" y="4268788"/>
              <a:ext cx="681038" cy="14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1" name="AutoShape 61"/>
            <p:cNvSpPr/>
            <p:nvPr/>
          </p:nvSpPr>
          <p:spPr>
            <a:xfrm>
              <a:off x="5702300" y="4313238"/>
              <a:ext cx="681038" cy="12700"/>
            </a:xfrm>
            <a:prstGeom prst="rect">
              <a:avLst/>
            </a:pr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2" name="AutoShape 62"/>
            <p:cNvSpPr/>
            <p:nvPr/>
          </p:nvSpPr>
          <p:spPr>
            <a:xfrm>
              <a:off x="5702300" y="4313238"/>
              <a:ext cx="681038" cy="1270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3" name="AutoShape 63"/>
            <p:cNvSpPr/>
            <p:nvPr/>
          </p:nvSpPr>
          <p:spPr>
            <a:xfrm>
              <a:off x="5702300" y="4360863"/>
              <a:ext cx="681038" cy="9525"/>
            </a:xfrm>
            <a:prstGeom prst="rect">
              <a:avLst/>
            </a:pr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4" name="AutoShape 64"/>
            <p:cNvSpPr/>
            <p:nvPr/>
          </p:nvSpPr>
          <p:spPr>
            <a:xfrm>
              <a:off x="5702300" y="4360863"/>
              <a:ext cx="681038" cy="95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5" name="AutoShape 65"/>
            <p:cNvSpPr/>
            <p:nvPr/>
          </p:nvSpPr>
          <p:spPr>
            <a:xfrm>
              <a:off x="5702300" y="4405313"/>
              <a:ext cx="681038" cy="12700"/>
            </a:xfrm>
            <a:prstGeom prst="rect">
              <a:avLst/>
            </a:pr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6" name="AutoShape 66"/>
            <p:cNvSpPr/>
            <p:nvPr/>
          </p:nvSpPr>
          <p:spPr>
            <a:xfrm>
              <a:off x="5702300" y="4405313"/>
              <a:ext cx="681038" cy="1270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7" name="AutoShape 67"/>
            <p:cNvSpPr/>
            <p:nvPr/>
          </p:nvSpPr>
          <p:spPr>
            <a:xfrm>
              <a:off x="5702300" y="4449763"/>
              <a:ext cx="681038" cy="12700"/>
            </a:xfrm>
            <a:prstGeom prst="rect">
              <a:avLst/>
            </a:pr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8" name="AutoShape 68"/>
            <p:cNvSpPr/>
            <p:nvPr/>
          </p:nvSpPr>
          <p:spPr>
            <a:xfrm>
              <a:off x="5702300" y="4449763"/>
              <a:ext cx="681038" cy="1270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9" name="AutoShape 69"/>
            <p:cNvSpPr/>
            <p:nvPr/>
          </p:nvSpPr>
          <p:spPr>
            <a:xfrm>
              <a:off x="5702300" y="4497388"/>
              <a:ext cx="681038" cy="9525"/>
            </a:xfrm>
            <a:prstGeom prst="rect">
              <a:avLst/>
            </a:prstGeom>
            <a:solidFill>
              <a:srgbClr val="788B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70" name="AutoShape 70"/>
            <p:cNvSpPr/>
            <p:nvPr/>
          </p:nvSpPr>
          <p:spPr>
            <a:xfrm>
              <a:off x="5702300" y="4497388"/>
              <a:ext cx="681038" cy="95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71" name="Freeform 71"/>
            <p:cNvSpPr/>
            <p:nvPr/>
          </p:nvSpPr>
          <p:spPr>
            <a:xfrm>
              <a:off x="6142038" y="4095750"/>
              <a:ext cx="241300" cy="354013"/>
            </a:xfrm>
            <a:custGeom>
              <a:avLst/>
              <a:gdLst/>
              <a:ahLst/>
              <a:cxnLst/>
              <a:rect l="l" t="t" r="r" b="b"/>
              <a:pathLst>
                <a:path w="71" h="104">
                  <a:moveTo>
                    <a:pt x="71" y="0"/>
                  </a:moveTo>
                  <a:cubicBezTo>
                    <a:pt x="71" y="1"/>
                    <a:pt x="71" y="1"/>
                    <a:pt x="7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1" y="11"/>
                    <a:pt x="71" y="11"/>
                    <a:pt x="71" y="11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71" y="51"/>
                    <a:pt x="71" y="51"/>
                    <a:pt x="71" y="51"/>
                  </a:cubicBezTo>
                  <a:cubicBezTo>
                    <a:pt x="71" y="55"/>
                    <a:pt x="71" y="55"/>
                    <a:pt x="71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1" y="81"/>
                    <a:pt x="71" y="81"/>
                    <a:pt x="71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71" y="91"/>
                    <a:pt x="71" y="91"/>
                    <a:pt x="71" y="91"/>
                  </a:cubicBezTo>
                  <a:cubicBezTo>
                    <a:pt x="71" y="95"/>
                    <a:pt x="71" y="95"/>
                    <a:pt x="71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70" y="104"/>
                    <a:pt x="70" y="104"/>
                    <a:pt x="70" y="104"/>
                  </a:cubicBezTo>
                  <a:cubicBezTo>
                    <a:pt x="71" y="100"/>
                    <a:pt x="71" y="97"/>
                    <a:pt x="71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</a:path>
              </a:pathLst>
            </a:custGeom>
            <a:solidFill>
              <a:srgbClr val="798D9F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72" name="Freeform 72"/>
            <p:cNvSpPr/>
            <p:nvPr/>
          </p:nvSpPr>
          <p:spPr>
            <a:xfrm>
              <a:off x="6142038" y="4095750"/>
              <a:ext cx="241300" cy="3175"/>
            </a:xfrm>
            <a:custGeom>
              <a:avLst/>
              <a:gdLst/>
              <a:ahLst/>
              <a:cxnLst/>
              <a:rect l="l" t="t" r="r" b="b"/>
              <a:pathLst>
                <a:path w="71" h="1">
                  <a:moveTo>
                    <a:pt x="70" y="0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1" y="0"/>
                    <a:pt x="71" y="0"/>
                    <a:pt x="70" y="0"/>
                  </a:cubicBezTo>
                </a:path>
              </a:pathLst>
            </a:custGeom>
            <a:solidFill>
              <a:srgbClr val="576B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73" name="AutoShape 73"/>
            <p:cNvSpPr/>
            <p:nvPr/>
          </p:nvSpPr>
          <p:spPr>
            <a:xfrm>
              <a:off x="6142038" y="4132263"/>
              <a:ext cx="241300" cy="14288"/>
            </a:xfrm>
            <a:prstGeom prst="rect">
              <a:avLst/>
            </a:prstGeom>
            <a:solidFill>
              <a:srgbClr val="576B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74" name="AutoShape 74"/>
            <p:cNvSpPr/>
            <p:nvPr/>
          </p:nvSpPr>
          <p:spPr>
            <a:xfrm>
              <a:off x="6142038" y="4132263"/>
              <a:ext cx="241300" cy="14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75" name="AutoShape 75"/>
            <p:cNvSpPr/>
            <p:nvPr/>
          </p:nvSpPr>
          <p:spPr>
            <a:xfrm>
              <a:off x="6142038" y="4176713"/>
              <a:ext cx="241300" cy="14288"/>
            </a:xfrm>
            <a:prstGeom prst="rect">
              <a:avLst/>
            </a:prstGeom>
            <a:solidFill>
              <a:srgbClr val="576B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76" name="AutoShape 76"/>
            <p:cNvSpPr/>
            <p:nvPr/>
          </p:nvSpPr>
          <p:spPr>
            <a:xfrm>
              <a:off x="6142038" y="4176713"/>
              <a:ext cx="241300" cy="14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77" name="AutoShape 77"/>
            <p:cNvSpPr/>
            <p:nvPr/>
          </p:nvSpPr>
          <p:spPr>
            <a:xfrm>
              <a:off x="6142038" y="4224338"/>
              <a:ext cx="241300" cy="11113"/>
            </a:xfrm>
            <a:prstGeom prst="rect">
              <a:avLst/>
            </a:prstGeom>
            <a:solidFill>
              <a:srgbClr val="576B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78" name="AutoShape 78"/>
            <p:cNvSpPr/>
            <p:nvPr/>
          </p:nvSpPr>
          <p:spPr>
            <a:xfrm>
              <a:off x="6142038" y="4224338"/>
              <a:ext cx="241300" cy="111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79" name="AutoShape 79"/>
            <p:cNvSpPr/>
            <p:nvPr/>
          </p:nvSpPr>
          <p:spPr>
            <a:xfrm>
              <a:off x="6142038" y="4268788"/>
              <a:ext cx="241300" cy="14288"/>
            </a:xfrm>
            <a:prstGeom prst="rect">
              <a:avLst/>
            </a:prstGeom>
            <a:solidFill>
              <a:srgbClr val="576B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0" name="AutoShape 80"/>
            <p:cNvSpPr/>
            <p:nvPr/>
          </p:nvSpPr>
          <p:spPr>
            <a:xfrm>
              <a:off x="6142038" y="4268788"/>
              <a:ext cx="241300" cy="14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1" name="AutoShape 81"/>
            <p:cNvSpPr/>
            <p:nvPr/>
          </p:nvSpPr>
          <p:spPr>
            <a:xfrm>
              <a:off x="6142038" y="4313238"/>
              <a:ext cx="241300" cy="12700"/>
            </a:xfrm>
            <a:prstGeom prst="rect">
              <a:avLst/>
            </a:prstGeom>
            <a:solidFill>
              <a:srgbClr val="576B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2" name="AutoShape 82"/>
            <p:cNvSpPr/>
            <p:nvPr/>
          </p:nvSpPr>
          <p:spPr>
            <a:xfrm>
              <a:off x="6142038" y="4313238"/>
              <a:ext cx="241300" cy="1270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3" name="AutoShape 83"/>
            <p:cNvSpPr/>
            <p:nvPr/>
          </p:nvSpPr>
          <p:spPr>
            <a:xfrm>
              <a:off x="6142038" y="4360863"/>
              <a:ext cx="241300" cy="9525"/>
            </a:xfrm>
            <a:prstGeom prst="rect">
              <a:avLst/>
            </a:prstGeom>
            <a:solidFill>
              <a:srgbClr val="576B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4" name="AutoShape 84"/>
            <p:cNvSpPr/>
            <p:nvPr/>
          </p:nvSpPr>
          <p:spPr>
            <a:xfrm>
              <a:off x="6142038" y="4360863"/>
              <a:ext cx="241300" cy="95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5" name="AutoShape 85"/>
            <p:cNvSpPr/>
            <p:nvPr/>
          </p:nvSpPr>
          <p:spPr>
            <a:xfrm>
              <a:off x="6142038" y="4405313"/>
              <a:ext cx="241300" cy="12700"/>
            </a:xfrm>
            <a:prstGeom prst="rect">
              <a:avLst/>
            </a:prstGeom>
            <a:solidFill>
              <a:srgbClr val="576B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6" name="AutoShape 86"/>
            <p:cNvSpPr/>
            <p:nvPr/>
          </p:nvSpPr>
          <p:spPr>
            <a:xfrm>
              <a:off x="6142038" y="4405313"/>
              <a:ext cx="241300" cy="1270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7" name="Freeform 87"/>
            <p:cNvSpPr/>
            <p:nvPr/>
          </p:nvSpPr>
          <p:spPr>
            <a:xfrm>
              <a:off x="6142038" y="4462463"/>
              <a:ext cx="231775" cy="47625"/>
            </a:xfrm>
            <a:custGeom>
              <a:avLst/>
              <a:gdLst/>
              <a:ahLst/>
              <a:cxnLst/>
              <a:rect l="l" t="t" r="r" b="b"/>
              <a:pathLst>
                <a:path w="68" h="14">
                  <a:moveTo>
                    <a:pt x="49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1" y="14"/>
                  </a:cubicBezTo>
                  <a:cubicBezTo>
                    <a:pt x="41" y="14"/>
                    <a:pt x="41" y="14"/>
                    <a:pt x="41" y="14"/>
                  </a:cubicBezTo>
                  <a:cubicBezTo>
                    <a:pt x="44" y="14"/>
                    <a:pt x="47" y="14"/>
                    <a:pt x="49" y="13"/>
                  </a:cubicBezTo>
                  <a:moveTo>
                    <a:pt x="6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3" y="7"/>
                    <a:pt x="66" y="3"/>
                    <a:pt x="68" y="0"/>
                  </a:cubicBezTo>
                </a:path>
              </a:pathLst>
            </a:custGeom>
            <a:solidFill>
              <a:srgbClr val="798D9F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8" name="Freeform 88"/>
            <p:cNvSpPr/>
            <p:nvPr/>
          </p:nvSpPr>
          <p:spPr>
            <a:xfrm>
              <a:off x="6142038" y="4449763"/>
              <a:ext cx="238125" cy="12700"/>
            </a:xfrm>
            <a:custGeom>
              <a:avLst/>
              <a:gdLst/>
              <a:ahLst/>
              <a:cxnLst/>
              <a:rect l="l" t="t" r="r" b="b"/>
              <a:pathLst>
                <a:path w="70" h="4">
                  <a:moveTo>
                    <a:pt x="7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9" y="3"/>
                    <a:pt x="69" y="1"/>
                    <a:pt x="70" y="0"/>
                  </a:cubicBezTo>
                </a:path>
              </a:pathLst>
            </a:custGeom>
            <a:solidFill>
              <a:srgbClr val="576B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9" name="Freeform 89"/>
            <p:cNvSpPr/>
            <p:nvPr/>
          </p:nvSpPr>
          <p:spPr>
            <a:xfrm>
              <a:off x="6142038" y="4497388"/>
              <a:ext cx="201613" cy="9525"/>
            </a:xfrm>
            <a:custGeom>
              <a:avLst/>
              <a:gdLst/>
              <a:ahLst/>
              <a:cxnLst/>
              <a:rect l="l" t="t" r="r" b="b"/>
              <a:pathLst>
                <a:path w="59" h="3">
                  <a:moveTo>
                    <a:pt x="5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53" y="2"/>
                    <a:pt x="56" y="1"/>
                    <a:pt x="59" y="0"/>
                  </a:cubicBezTo>
                </a:path>
              </a:pathLst>
            </a:custGeom>
            <a:solidFill>
              <a:srgbClr val="576B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0" name="Freeform 90"/>
            <p:cNvSpPr/>
            <p:nvPr/>
          </p:nvSpPr>
          <p:spPr>
            <a:xfrm>
              <a:off x="5675313" y="4649788"/>
              <a:ext cx="1403350" cy="330200"/>
            </a:xfrm>
            <a:custGeom>
              <a:avLst/>
              <a:gdLst/>
              <a:ahLst/>
              <a:cxnLst/>
              <a:rect l="l" t="t" r="r" b="b"/>
              <a:pathLst>
                <a:path w="412" h="97">
                  <a:moveTo>
                    <a:pt x="404" y="97"/>
                  </a:moveTo>
                  <a:cubicBezTo>
                    <a:pt x="8" y="97"/>
                    <a:pt x="8" y="97"/>
                    <a:pt x="8" y="97"/>
                  </a:cubicBezTo>
                  <a:cubicBezTo>
                    <a:pt x="4" y="97"/>
                    <a:pt x="0" y="94"/>
                    <a:pt x="0" y="8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404" y="0"/>
                    <a:pt x="404" y="0"/>
                    <a:pt x="404" y="0"/>
                  </a:cubicBezTo>
                  <a:cubicBezTo>
                    <a:pt x="408" y="0"/>
                    <a:pt x="412" y="3"/>
                    <a:pt x="412" y="8"/>
                  </a:cubicBezTo>
                  <a:cubicBezTo>
                    <a:pt x="412" y="89"/>
                    <a:pt x="412" y="89"/>
                    <a:pt x="412" y="89"/>
                  </a:cubicBezTo>
                  <a:cubicBezTo>
                    <a:pt x="412" y="94"/>
                    <a:pt x="408" y="97"/>
                    <a:pt x="404" y="97"/>
                  </a:cubicBezTo>
                  <a:close/>
                </a:path>
              </a:pathLst>
            </a:custGeom>
            <a:solidFill>
              <a:srgbClr val="E3D9D3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1" name="Freeform 91"/>
            <p:cNvSpPr/>
            <p:nvPr/>
          </p:nvSpPr>
          <p:spPr>
            <a:xfrm>
              <a:off x="5705475" y="4649788"/>
              <a:ext cx="1403350" cy="50800"/>
            </a:xfrm>
            <a:custGeom>
              <a:avLst/>
              <a:gdLst/>
              <a:ahLst/>
              <a:cxnLst/>
              <a:rect l="l" t="t" r="r" b="b"/>
              <a:pathLst>
                <a:path w="412" h="15">
                  <a:moveTo>
                    <a:pt x="404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4" y="15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404" y="0"/>
                    <a:pt x="404" y="0"/>
                    <a:pt x="404" y="0"/>
                  </a:cubicBezTo>
                  <a:cubicBezTo>
                    <a:pt x="408" y="0"/>
                    <a:pt x="412" y="3"/>
                    <a:pt x="412" y="8"/>
                  </a:cubicBezTo>
                  <a:cubicBezTo>
                    <a:pt x="412" y="12"/>
                    <a:pt x="408" y="15"/>
                    <a:pt x="404" y="15"/>
                  </a:cubicBezTo>
                  <a:close/>
                </a:path>
              </a:pathLst>
            </a:custGeom>
            <a:solidFill>
              <a:srgbClr val="E86C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2" name="Freeform 92"/>
            <p:cNvSpPr/>
            <p:nvPr/>
          </p:nvSpPr>
          <p:spPr>
            <a:xfrm>
              <a:off x="5705475" y="4876800"/>
              <a:ext cx="1403350" cy="52388"/>
            </a:xfrm>
            <a:custGeom>
              <a:avLst/>
              <a:gdLst/>
              <a:ahLst/>
              <a:cxnLst/>
              <a:rect l="l" t="t" r="r" b="b"/>
              <a:pathLst>
                <a:path w="412" h="15">
                  <a:moveTo>
                    <a:pt x="404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4" y="15"/>
                    <a:pt x="0" y="12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404" y="0"/>
                    <a:pt x="404" y="0"/>
                    <a:pt x="404" y="0"/>
                  </a:cubicBezTo>
                  <a:cubicBezTo>
                    <a:pt x="408" y="0"/>
                    <a:pt x="412" y="3"/>
                    <a:pt x="412" y="7"/>
                  </a:cubicBezTo>
                  <a:cubicBezTo>
                    <a:pt x="412" y="12"/>
                    <a:pt x="408" y="15"/>
                    <a:pt x="404" y="15"/>
                  </a:cubicBezTo>
                  <a:close/>
                </a:path>
              </a:pathLst>
            </a:custGeom>
            <a:solidFill>
              <a:srgbClr val="E86C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3" name="Freeform 93"/>
            <p:cNvSpPr/>
            <p:nvPr/>
          </p:nvSpPr>
          <p:spPr>
            <a:xfrm>
              <a:off x="5405438" y="5465763"/>
              <a:ext cx="1935163" cy="330200"/>
            </a:xfrm>
            <a:custGeom>
              <a:avLst/>
              <a:gdLst/>
              <a:ahLst/>
              <a:cxnLst/>
              <a:rect l="l" t="t" r="r" b="b"/>
              <a:pathLst>
                <a:path w="568" h="97">
                  <a:moveTo>
                    <a:pt x="560" y="97"/>
                  </a:moveTo>
                  <a:cubicBezTo>
                    <a:pt x="8" y="97"/>
                    <a:pt x="8" y="97"/>
                    <a:pt x="8" y="97"/>
                  </a:cubicBezTo>
                  <a:cubicBezTo>
                    <a:pt x="3" y="97"/>
                    <a:pt x="0" y="94"/>
                    <a:pt x="0" y="8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560" y="0"/>
                    <a:pt x="560" y="0"/>
                    <a:pt x="560" y="0"/>
                  </a:cubicBezTo>
                  <a:cubicBezTo>
                    <a:pt x="565" y="0"/>
                    <a:pt x="568" y="3"/>
                    <a:pt x="568" y="8"/>
                  </a:cubicBezTo>
                  <a:cubicBezTo>
                    <a:pt x="568" y="89"/>
                    <a:pt x="568" y="89"/>
                    <a:pt x="568" y="89"/>
                  </a:cubicBezTo>
                  <a:cubicBezTo>
                    <a:pt x="568" y="94"/>
                    <a:pt x="565" y="97"/>
                    <a:pt x="560" y="97"/>
                  </a:cubicBezTo>
                  <a:close/>
                </a:path>
              </a:pathLst>
            </a:custGeom>
            <a:solidFill>
              <a:srgbClr val="D4D3CF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4" name="Freeform 94"/>
            <p:cNvSpPr/>
            <p:nvPr/>
          </p:nvSpPr>
          <p:spPr>
            <a:xfrm>
              <a:off x="5405438" y="5465763"/>
              <a:ext cx="1962150" cy="33338"/>
            </a:xfrm>
            <a:custGeom>
              <a:avLst/>
              <a:gdLst/>
              <a:ahLst/>
              <a:cxnLst/>
              <a:rect l="l" t="t" r="r" b="b"/>
              <a:pathLst>
                <a:path w="576" h="10">
                  <a:moveTo>
                    <a:pt x="574" y="10"/>
                  </a:moveTo>
                  <a:cubicBezTo>
                    <a:pt x="2" y="10"/>
                    <a:pt x="2" y="10"/>
                    <a:pt x="2" y="10"/>
                  </a:cubicBezTo>
                  <a:cubicBezTo>
                    <a:pt x="1" y="10"/>
                    <a:pt x="0" y="9"/>
                    <a:pt x="0" y="8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74" y="0"/>
                    <a:pt x="574" y="0"/>
                    <a:pt x="574" y="0"/>
                  </a:cubicBezTo>
                  <a:cubicBezTo>
                    <a:pt x="575" y="0"/>
                    <a:pt x="576" y="1"/>
                    <a:pt x="576" y="2"/>
                  </a:cubicBezTo>
                  <a:cubicBezTo>
                    <a:pt x="576" y="8"/>
                    <a:pt x="576" y="8"/>
                    <a:pt x="576" y="8"/>
                  </a:cubicBezTo>
                  <a:cubicBezTo>
                    <a:pt x="576" y="9"/>
                    <a:pt x="575" y="10"/>
                    <a:pt x="574" y="10"/>
                  </a:cubicBezTo>
                  <a:close/>
                </a:path>
              </a:pathLst>
            </a:custGeom>
            <a:solidFill>
              <a:srgbClr val="4375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5" name="Freeform 95"/>
            <p:cNvSpPr/>
            <p:nvPr/>
          </p:nvSpPr>
          <p:spPr>
            <a:xfrm>
              <a:off x="5405438" y="5757863"/>
              <a:ext cx="1962150" cy="34925"/>
            </a:xfrm>
            <a:custGeom>
              <a:avLst/>
              <a:gdLst/>
              <a:ahLst/>
              <a:cxnLst/>
              <a:rect l="l" t="t" r="r" b="b"/>
              <a:pathLst>
                <a:path w="576" h="10">
                  <a:moveTo>
                    <a:pt x="574" y="10"/>
                  </a:moveTo>
                  <a:cubicBezTo>
                    <a:pt x="2" y="10"/>
                    <a:pt x="2" y="10"/>
                    <a:pt x="2" y="10"/>
                  </a:cubicBezTo>
                  <a:cubicBezTo>
                    <a:pt x="1" y="10"/>
                    <a:pt x="0" y="9"/>
                    <a:pt x="0" y="8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74" y="0"/>
                    <a:pt x="574" y="0"/>
                    <a:pt x="574" y="0"/>
                  </a:cubicBezTo>
                  <a:cubicBezTo>
                    <a:pt x="575" y="0"/>
                    <a:pt x="576" y="1"/>
                    <a:pt x="576" y="2"/>
                  </a:cubicBezTo>
                  <a:cubicBezTo>
                    <a:pt x="576" y="8"/>
                    <a:pt x="576" y="8"/>
                    <a:pt x="576" y="8"/>
                  </a:cubicBezTo>
                  <a:cubicBezTo>
                    <a:pt x="576" y="9"/>
                    <a:pt x="575" y="10"/>
                    <a:pt x="574" y="10"/>
                  </a:cubicBezTo>
                  <a:close/>
                </a:path>
              </a:pathLst>
            </a:custGeom>
            <a:solidFill>
              <a:srgbClr val="4375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6" name="Freeform 96"/>
            <p:cNvSpPr/>
            <p:nvPr/>
          </p:nvSpPr>
          <p:spPr>
            <a:xfrm>
              <a:off x="5535613" y="4979988"/>
              <a:ext cx="1679575" cy="190500"/>
            </a:xfrm>
            <a:custGeom>
              <a:avLst/>
              <a:gdLst/>
              <a:ahLst/>
              <a:cxnLst/>
              <a:rect l="l" t="t" r="r" b="b"/>
              <a:pathLst>
                <a:path w="493" h="56">
                  <a:moveTo>
                    <a:pt x="485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4" y="56"/>
                    <a:pt x="0" y="53"/>
                    <a:pt x="0" y="4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485" y="0"/>
                    <a:pt x="485" y="0"/>
                    <a:pt x="485" y="0"/>
                  </a:cubicBezTo>
                  <a:cubicBezTo>
                    <a:pt x="489" y="0"/>
                    <a:pt x="493" y="4"/>
                    <a:pt x="493" y="8"/>
                  </a:cubicBezTo>
                  <a:cubicBezTo>
                    <a:pt x="493" y="49"/>
                    <a:pt x="493" y="49"/>
                    <a:pt x="493" y="49"/>
                  </a:cubicBezTo>
                  <a:cubicBezTo>
                    <a:pt x="493" y="53"/>
                    <a:pt x="489" y="56"/>
                    <a:pt x="485" y="56"/>
                  </a:cubicBezTo>
                  <a:close/>
                </a:path>
              </a:pathLst>
            </a:custGeom>
            <a:solidFill>
              <a:srgbClr val="E3D9D3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7" name="Freeform 97"/>
            <p:cNvSpPr/>
            <p:nvPr/>
          </p:nvSpPr>
          <p:spPr>
            <a:xfrm>
              <a:off x="5553075" y="4979988"/>
              <a:ext cx="1674813" cy="30163"/>
            </a:xfrm>
            <a:custGeom>
              <a:avLst/>
              <a:gdLst/>
              <a:ahLst/>
              <a:cxnLst/>
              <a:rect l="l" t="t" r="r" b="b"/>
              <a:pathLst>
                <a:path w="492" h="9">
                  <a:moveTo>
                    <a:pt x="489" y="9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91" y="0"/>
                    <a:pt x="492" y="1"/>
                    <a:pt x="492" y="3"/>
                  </a:cubicBezTo>
                  <a:cubicBezTo>
                    <a:pt x="492" y="6"/>
                    <a:pt x="492" y="6"/>
                    <a:pt x="492" y="6"/>
                  </a:cubicBezTo>
                  <a:cubicBezTo>
                    <a:pt x="492" y="8"/>
                    <a:pt x="491" y="9"/>
                    <a:pt x="489" y="9"/>
                  </a:cubicBezTo>
                  <a:close/>
                </a:path>
              </a:pathLst>
            </a:custGeom>
            <a:solidFill>
              <a:srgbClr val="E84E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8" name="Freeform 98"/>
            <p:cNvSpPr/>
            <p:nvPr/>
          </p:nvSpPr>
          <p:spPr>
            <a:xfrm>
              <a:off x="5553075" y="5141913"/>
              <a:ext cx="1674813" cy="28575"/>
            </a:xfrm>
            <a:custGeom>
              <a:avLst/>
              <a:gdLst/>
              <a:ahLst/>
              <a:cxnLst/>
              <a:rect l="l" t="t" r="r" b="b"/>
              <a:pathLst>
                <a:path w="492" h="8">
                  <a:moveTo>
                    <a:pt x="489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0" y="7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91" y="0"/>
                    <a:pt x="492" y="1"/>
                    <a:pt x="492" y="2"/>
                  </a:cubicBezTo>
                  <a:cubicBezTo>
                    <a:pt x="492" y="6"/>
                    <a:pt x="492" y="6"/>
                    <a:pt x="492" y="6"/>
                  </a:cubicBezTo>
                  <a:cubicBezTo>
                    <a:pt x="492" y="7"/>
                    <a:pt x="491" y="8"/>
                    <a:pt x="489" y="8"/>
                  </a:cubicBezTo>
                  <a:close/>
                </a:path>
              </a:pathLst>
            </a:custGeom>
            <a:solidFill>
              <a:srgbClr val="E84E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9" name="Freeform 99"/>
            <p:cNvSpPr/>
            <p:nvPr/>
          </p:nvSpPr>
          <p:spPr>
            <a:xfrm>
              <a:off x="5573713" y="4929188"/>
              <a:ext cx="1617663" cy="50800"/>
            </a:xfrm>
            <a:custGeom>
              <a:avLst/>
              <a:gdLst/>
              <a:ahLst/>
              <a:cxnLst/>
              <a:rect l="l" t="t" r="r" b="b"/>
              <a:pathLst>
                <a:path w="475" h="15">
                  <a:moveTo>
                    <a:pt x="47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1" y="15"/>
                    <a:pt x="2" y="15"/>
                  </a:cubicBezTo>
                  <a:cubicBezTo>
                    <a:pt x="473" y="15"/>
                    <a:pt x="473" y="15"/>
                    <a:pt x="473" y="15"/>
                  </a:cubicBezTo>
                  <a:cubicBezTo>
                    <a:pt x="474" y="15"/>
                    <a:pt x="475" y="14"/>
                    <a:pt x="475" y="13"/>
                  </a:cubicBezTo>
                  <a:cubicBezTo>
                    <a:pt x="475" y="2"/>
                    <a:pt x="475" y="2"/>
                    <a:pt x="475" y="2"/>
                  </a:cubicBezTo>
                  <a:cubicBezTo>
                    <a:pt x="475" y="0"/>
                    <a:pt x="474" y="0"/>
                    <a:pt x="473" y="0"/>
                  </a:cubicBezTo>
                  <a:close/>
                </a:path>
              </a:pathLst>
            </a:custGeom>
            <a:solidFill>
              <a:srgbClr val="D4D3CF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0" name="Freeform 100"/>
            <p:cNvSpPr/>
            <p:nvPr/>
          </p:nvSpPr>
          <p:spPr>
            <a:xfrm>
              <a:off x="5580063" y="5203825"/>
              <a:ext cx="1662113" cy="261938"/>
            </a:xfrm>
            <a:custGeom>
              <a:avLst/>
              <a:gdLst/>
              <a:ahLst/>
              <a:cxnLst/>
              <a:rect l="l" t="t" r="r" b="b"/>
              <a:pathLst>
                <a:path w="488" h="77">
                  <a:moveTo>
                    <a:pt x="480" y="77"/>
                  </a:moveTo>
                  <a:cubicBezTo>
                    <a:pt x="7" y="77"/>
                    <a:pt x="7" y="77"/>
                    <a:pt x="7" y="77"/>
                  </a:cubicBezTo>
                  <a:cubicBezTo>
                    <a:pt x="3" y="77"/>
                    <a:pt x="0" y="73"/>
                    <a:pt x="0" y="6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485" y="0"/>
                    <a:pt x="488" y="3"/>
                    <a:pt x="488" y="8"/>
                  </a:cubicBezTo>
                  <a:cubicBezTo>
                    <a:pt x="488" y="69"/>
                    <a:pt x="488" y="69"/>
                    <a:pt x="488" y="69"/>
                  </a:cubicBezTo>
                  <a:cubicBezTo>
                    <a:pt x="488" y="73"/>
                    <a:pt x="485" y="77"/>
                    <a:pt x="480" y="77"/>
                  </a:cubicBezTo>
                  <a:close/>
                </a:path>
              </a:pathLst>
            </a:custGeom>
            <a:solidFill>
              <a:srgbClr val="E3D9D3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1" name="Freeform 101"/>
            <p:cNvSpPr/>
            <p:nvPr/>
          </p:nvSpPr>
          <p:spPr>
            <a:xfrm>
              <a:off x="5580063" y="5411788"/>
              <a:ext cx="1685925" cy="53975"/>
            </a:xfrm>
            <a:custGeom>
              <a:avLst/>
              <a:gdLst/>
              <a:ahLst/>
              <a:cxnLst/>
              <a:rect l="l" t="t" r="r" b="b"/>
              <a:pathLst>
                <a:path w="495" h="16">
                  <a:moveTo>
                    <a:pt x="487" y="16"/>
                  </a:move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87" y="0"/>
                    <a:pt x="487" y="0"/>
                    <a:pt x="487" y="0"/>
                  </a:cubicBezTo>
                  <a:cubicBezTo>
                    <a:pt x="491" y="0"/>
                    <a:pt x="495" y="4"/>
                    <a:pt x="495" y="8"/>
                  </a:cubicBezTo>
                  <a:cubicBezTo>
                    <a:pt x="495" y="12"/>
                    <a:pt x="491" y="16"/>
                    <a:pt x="487" y="16"/>
                  </a:cubicBezTo>
                  <a:close/>
                </a:path>
              </a:pathLst>
            </a:custGeom>
            <a:solidFill>
              <a:srgbClr val="4399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2" name="Freeform 102"/>
            <p:cNvSpPr/>
            <p:nvPr/>
          </p:nvSpPr>
          <p:spPr>
            <a:xfrm>
              <a:off x="5580063" y="5170488"/>
              <a:ext cx="1685925" cy="53975"/>
            </a:xfrm>
            <a:custGeom>
              <a:avLst/>
              <a:gdLst/>
              <a:ahLst/>
              <a:cxnLst/>
              <a:rect l="l" t="t" r="r" b="b"/>
              <a:pathLst>
                <a:path w="495" h="16">
                  <a:moveTo>
                    <a:pt x="487" y="16"/>
                  </a:move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87" y="0"/>
                    <a:pt x="487" y="0"/>
                    <a:pt x="487" y="0"/>
                  </a:cubicBezTo>
                  <a:cubicBezTo>
                    <a:pt x="491" y="0"/>
                    <a:pt x="495" y="4"/>
                    <a:pt x="495" y="8"/>
                  </a:cubicBezTo>
                  <a:cubicBezTo>
                    <a:pt x="495" y="12"/>
                    <a:pt x="491" y="16"/>
                    <a:pt x="487" y="16"/>
                  </a:cubicBezTo>
                  <a:close/>
                </a:path>
              </a:pathLst>
            </a:custGeom>
            <a:solidFill>
              <a:srgbClr val="4399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3" name="Freeform 103"/>
            <p:cNvSpPr/>
            <p:nvPr/>
          </p:nvSpPr>
          <p:spPr>
            <a:xfrm>
              <a:off x="5014913" y="4649788"/>
              <a:ext cx="1400175" cy="330200"/>
            </a:xfrm>
            <a:custGeom>
              <a:avLst/>
              <a:gdLst/>
              <a:ahLst/>
              <a:cxnLst/>
              <a:rect l="l" t="t" r="r" b="b"/>
              <a:pathLst>
                <a:path w="411" h="97">
                  <a:moveTo>
                    <a:pt x="403" y="97"/>
                  </a:moveTo>
                  <a:cubicBezTo>
                    <a:pt x="8" y="97"/>
                    <a:pt x="8" y="97"/>
                    <a:pt x="8" y="97"/>
                  </a:cubicBezTo>
                  <a:cubicBezTo>
                    <a:pt x="3" y="97"/>
                    <a:pt x="0" y="94"/>
                    <a:pt x="0" y="8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408" y="0"/>
                    <a:pt x="411" y="3"/>
                    <a:pt x="411" y="8"/>
                  </a:cubicBezTo>
                  <a:cubicBezTo>
                    <a:pt x="411" y="89"/>
                    <a:pt x="411" y="89"/>
                    <a:pt x="411" y="89"/>
                  </a:cubicBezTo>
                  <a:cubicBezTo>
                    <a:pt x="411" y="94"/>
                    <a:pt x="408" y="97"/>
                    <a:pt x="403" y="97"/>
                  </a:cubicBezTo>
                  <a:close/>
                </a:path>
              </a:pathLst>
            </a:custGeom>
            <a:solidFill>
              <a:srgbClr val="E86C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4" name="Freeform 104"/>
            <p:cNvSpPr/>
            <p:nvPr/>
          </p:nvSpPr>
          <p:spPr>
            <a:xfrm>
              <a:off x="4741863" y="5465763"/>
              <a:ext cx="1962150" cy="330200"/>
            </a:xfrm>
            <a:custGeom>
              <a:avLst/>
              <a:gdLst/>
              <a:ahLst/>
              <a:cxnLst/>
              <a:rect l="l" t="t" r="r" b="b"/>
              <a:pathLst>
                <a:path w="576" h="97">
                  <a:moveTo>
                    <a:pt x="568" y="97"/>
                  </a:moveTo>
                  <a:cubicBezTo>
                    <a:pt x="8" y="97"/>
                    <a:pt x="8" y="97"/>
                    <a:pt x="8" y="97"/>
                  </a:cubicBezTo>
                  <a:cubicBezTo>
                    <a:pt x="4" y="97"/>
                    <a:pt x="0" y="94"/>
                    <a:pt x="0" y="8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73" y="0"/>
                    <a:pt x="576" y="3"/>
                    <a:pt x="576" y="8"/>
                  </a:cubicBezTo>
                  <a:cubicBezTo>
                    <a:pt x="576" y="89"/>
                    <a:pt x="576" y="89"/>
                    <a:pt x="576" y="89"/>
                  </a:cubicBezTo>
                  <a:cubicBezTo>
                    <a:pt x="576" y="94"/>
                    <a:pt x="573" y="97"/>
                    <a:pt x="568" y="97"/>
                  </a:cubicBezTo>
                  <a:close/>
                </a:path>
              </a:pathLst>
            </a:custGeom>
            <a:solidFill>
              <a:srgbClr val="4375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5" name="Freeform 105"/>
            <p:cNvSpPr/>
            <p:nvPr/>
          </p:nvSpPr>
          <p:spPr>
            <a:xfrm>
              <a:off x="4875213" y="4979988"/>
              <a:ext cx="1674813" cy="190500"/>
            </a:xfrm>
            <a:custGeom>
              <a:avLst/>
              <a:gdLst/>
              <a:ahLst/>
              <a:cxnLst/>
              <a:rect l="l" t="t" r="r" b="b"/>
              <a:pathLst>
                <a:path w="492" h="56">
                  <a:moveTo>
                    <a:pt x="484" y="56"/>
                  </a:moveTo>
                  <a:cubicBezTo>
                    <a:pt x="7" y="56"/>
                    <a:pt x="7" y="56"/>
                    <a:pt x="7" y="56"/>
                  </a:cubicBezTo>
                  <a:cubicBezTo>
                    <a:pt x="3" y="56"/>
                    <a:pt x="0" y="53"/>
                    <a:pt x="0" y="4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84" y="0"/>
                    <a:pt x="484" y="0"/>
                    <a:pt x="484" y="0"/>
                  </a:cubicBezTo>
                  <a:cubicBezTo>
                    <a:pt x="488" y="0"/>
                    <a:pt x="492" y="4"/>
                    <a:pt x="492" y="8"/>
                  </a:cubicBezTo>
                  <a:cubicBezTo>
                    <a:pt x="492" y="49"/>
                    <a:pt x="492" y="49"/>
                    <a:pt x="492" y="49"/>
                  </a:cubicBezTo>
                  <a:cubicBezTo>
                    <a:pt x="492" y="53"/>
                    <a:pt x="488" y="56"/>
                    <a:pt x="484" y="56"/>
                  </a:cubicBezTo>
                  <a:close/>
                </a:path>
              </a:pathLst>
            </a:custGeom>
            <a:solidFill>
              <a:srgbClr val="E84E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6" name="Freeform 106"/>
            <p:cNvSpPr/>
            <p:nvPr/>
          </p:nvSpPr>
          <p:spPr>
            <a:xfrm>
              <a:off x="4908550" y="4929188"/>
              <a:ext cx="1617663" cy="50800"/>
            </a:xfrm>
            <a:custGeom>
              <a:avLst/>
              <a:gdLst/>
              <a:ahLst/>
              <a:cxnLst/>
              <a:rect l="l" t="t" r="r" b="b"/>
              <a:pathLst>
                <a:path w="475" h="15">
                  <a:moveTo>
                    <a:pt x="4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5"/>
                    <a:pt x="4" y="15"/>
                  </a:cubicBezTo>
                  <a:cubicBezTo>
                    <a:pt x="471" y="15"/>
                    <a:pt x="471" y="15"/>
                    <a:pt x="471" y="15"/>
                  </a:cubicBezTo>
                  <a:cubicBezTo>
                    <a:pt x="474" y="15"/>
                    <a:pt x="475" y="13"/>
                    <a:pt x="475" y="11"/>
                  </a:cubicBezTo>
                  <a:cubicBezTo>
                    <a:pt x="475" y="4"/>
                    <a:pt x="475" y="4"/>
                    <a:pt x="475" y="4"/>
                  </a:cubicBezTo>
                  <a:cubicBezTo>
                    <a:pt x="475" y="1"/>
                    <a:pt x="474" y="0"/>
                    <a:pt x="471" y="0"/>
                  </a:cubicBezTo>
                  <a:close/>
                </a:path>
              </a:pathLst>
            </a:custGeom>
            <a:solidFill>
              <a:srgbClr val="4399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7" name="Freeform 107"/>
            <p:cNvSpPr/>
            <p:nvPr/>
          </p:nvSpPr>
          <p:spPr>
            <a:xfrm>
              <a:off x="4914900" y="5170488"/>
              <a:ext cx="1687513" cy="295275"/>
            </a:xfrm>
            <a:custGeom>
              <a:avLst/>
              <a:gdLst/>
              <a:ahLst/>
              <a:cxnLst/>
              <a:rect l="l" t="t" r="r" b="b"/>
              <a:pathLst>
                <a:path w="495" h="87">
                  <a:moveTo>
                    <a:pt x="487" y="87"/>
                  </a:moveTo>
                  <a:cubicBezTo>
                    <a:pt x="8" y="87"/>
                    <a:pt x="8" y="87"/>
                    <a:pt x="8" y="87"/>
                  </a:cubicBezTo>
                  <a:cubicBezTo>
                    <a:pt x="3" y="87"/>
                    <a:pt x="0" y="83"/>
                    <a:pt x="0" y="7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487" y="0"/>
                    <a:pt x="487" y="0"/>
                    <a:pt x="487" y="0"/>
                  </a:cubicBezTo>
                  <a:cubicBezTo>
                    <a:pt x="491" y="0"/>
                    <a:pt x="495" y="4"/>
                    <a:pt x="495" y="8"/>
                  </a:cubicBezTo>
                  <a:cubicBezTo>
                    <a:pt x="495" y="79"/>
                    <a:pt x="495" y="79"/>
                    <a:pt x="495" y="79"/>
                  </a:cubicBezTo>
                  <a:cubicBezTo>
                    <a:pt x="495" y="83"/>
                    <a:pt x="491" y="87"/>
                    <a:pt x="487" y="87"/>
                  </a:cubicBezTo>
                  <a:close/>
                </a:path>
              </a:pathLst>
            </a:custGeom>
            <a:solidFill>
              <a:srgbClr val="4399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8" name="AutoShape 108"/>
            <p:cNvSpPr/>
            <p:nvPr/>
          </p:nvSpPr>
          <p:spPr>
            <a:xfrm>
              <a:off x="4979988" y="4979988"/>
              <a:ext cx="79375" cy="190500"/>
            </a:xfrm>
            <a:prstGeom prst="rect">
              <a:avLst/>
            </a:prstGeom>
            <a:solidFill>
              <a:srgbClr val="E86C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9" name="AutoShape 109"/>
            <p:cNvSpPr/>
            <p:nvPr/>
          </p:nvSpPr>
          <p:spPr>
            <a:xfrm>
              <a:off x="5045075" y="5170488"/>
              <a:ext cx="166688" cy="29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0" name="AutoShape 110"/>
            <p:cNvSpPr/>
            <p:nvPr/>
          </p:nvSpPr>
          <p:spPr>
            <a:xfrm>
              <a:off x="5300663" y="5221288"/>
              <a:ext cx="9525" cy="196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1" name="AutoShape 111"/>
            <p:cNvSpPr/>
            <p:nvPr/>
          </p:nvSpPr>
          <p:spPr>
            <a:xfrm>
              <a:off x="4905375" y="5632450"/>
              <a:ext cx="1423988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2" name="AutoShape 112"/>
            <p:cNvSpPr/>
            <p:nvPr/>
          </p:nvSpPr>
          <p:spPr>
            <a:xfrm>
              <a:off x="5122863" y="5030788"/>
              <a:ext cx="11113" cy="74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3" name="AutoShape 113"/>
            <p:cNvSpPr/>
            <p:nvPr/>
          </p:nvSpPr>
          <p:spPr>
            <a:xfrm>
              <a:off x="5051425" y="4924425"/>
              <a:ext cx="38100" cy="55563"/>
            </a:xfrm>
            <a:prstGeom prst="rect">
              <a:avLst/>
            </a:prstGeom>
            <a:solidFill>
              <a:srgbClr val="EFD32E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4" name="AutoShape 114"/>
            <p:cNvSpPr/>
            <p:nvPr/>
          </p:nvSpPr>
          <p:spPr>
            <a:xfrm>
              <a:off x="5140325" y="4652963"/>
              <a:ext cx="38100" cy="268288"/>
            </a:xfrm>
            <a:prstGeom prst="rect">
              <a:avLst/>
            </a:prstGeom>
            <a:solidFill>
              <a:srgbClr val="EFD32E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5" name="AutoShape 115"/>
            <p:cNvSpPr/>
            <p:nvPr/>
          </p:nvSpPr>
          <p:spPr>
            <a:xfrm>
              <a:off x="5297488" y="4775200"/>
              <a:ext cx="898525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6" name="Freeform 116"/>
            <p:cNvSpPr/>
            <p:nvPr/>
          </p:nvSpPr>
          <p:spPr>
            <a:xfrm>
              <a:off x="7426325" y="5153025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67" h="56">
                  <a:moveTo>
                    <a:pt x="54" y="0"/>
                  </a:moveTo>
                  <a:cubicBezTo>
                    <a:pt x="26" y="7"/>
                    <a:pt x="26" y="7"/>
                    <a:pt x="26" y="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39" y="50"/>
                    <a:pt x="39" y="50"/>
                    <a:pt x="39" y="50"/>
                  </a:cubicBezTo>
                  <a:cubicBezTo>
                    <a:pt x="39" y="50"/>
                    <a:pt x="67" y="56"/>
                    <a:pt x="67" y="43"/>
                  </a:cubicBezTo>
                  <a:cubicBezTo>
                    <a:pt x="67" y="38"/>
                    <a:pt x="64" y="19"/>
                    <a:pt x="54" y="0"/>
                  </a:cubicBezTo>
                  <a:close/>
                </a:path>
              </a:pathLst>
            </a:custGeom>
            <a:solidFill>
              <a:srgbClr val="202A4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7" name="Freeform 117"/>
            <p:cNvSpPr/>
            <p:nvPr/>
          </p:nvSpPr>
          <p:spPr>
            <a:xfrm>
              <a:off x="7280275" y="5010150"/>
              <a:ext cx="295275" cy="101600"/>
            </a:xfrm>
            <a:custGeom>
              <a:avLst/>
              <a:gdLst/>
              <a:ahLst/>
              <a:cxnLst/>
              <a:rect l="l" t="t" r="r" b="b"/>
              <a:pathLst>
                <a:path w="87" h="30">
                  <a:moveTo>
                    <a:pt x="83" y="14"/>
                  </a:moveTo>
                  <a:cubicBezTo>
                    <a:pt x="77" y="19"/>
                    <a:pt x="71" y="22"/>
                    <a:pt x="64" y="25"/>
                  </a:cubicBezTo>
                  <a:cubicBezTo>
                    <a:pt x="57" y="28"/>
                    <a:pt x="50" y="30"/>
                    <a:pt x="42" y="30"/>
                  </a:cubicBezTo>
                  <a:cubicBezTo>
                    <a:pt x="40" y="30"/>
                    <a:pt x="38" y="30"/>
                    <a:pt x="36" y="30"/>
                  </a:cubicBezTo>
                  <a:cubicBezTo>
                    <a:pt x="34" y="29"/>
                    <a:pt x="32" y="29"/>
                    <a:pt x="30" y="28"/>
                  </a:cubicBezTo>
                  <a:cubicBezTo>
                    <a:pt x="27" y="27"/>
                    <a:pt x="24" y="26"/>
                    <a:pt x="20" y="24"/>
                  </a:cubicBezTo>
                  <a:cubicBezTo>
                    <a:pt x="14" y="22"/>
                    <a:pt x="8" y="19"/>
                    <a:pt x="1" y="15"/>
                  </a:cubicBezTo>
                  <a:cubicBezTo>
                    <a:pt x="0" y="14"/>
                    <a:pt x="0" y="13"/>
                    <a:pt x="1" y="12"/>
                  </a:cubicBezTo>
                  <a:cubicBezTo>
                    <a:pt x="1" y="11"/>
                    <a:pt x="3" y="10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10" y="14"/>
                    <a:pt x="16" y="16"/>
                    <a:pt x="23" y="18"/>
                  </a:cubicBezTo>
                  <a:cubicBezTo>
                    <a:pt x="26" y="19"/>
                    <a:pt x="29" y="20"/>
                    <a:pt x="32" y="20"/>
                  </a:cubicBezTo>
                  <a:cubicBezTo>
                    <a:pt x="34" y="21"/>
                    <a:pt x="35" y="21"/>
                    <a:pt x="37" y="21"/>
                  </a:cubicBezTo>
                  <a:cubicBezTo>
                    <a:pt x="38" y="21"/>
                    <a:pt x="40" y="21"/>
                    <a:pt x="41" y="21"/>
                  </a:cubicBezTo>
                  <a:cubicBezTo>
                    <a:pt x="47" y="20"/>
                    <a:pt x="53" y="17"/>
                    <a:pt x="59" y="14"/>
                  </a:cubicBezTo>
                  <a:cubicBezTo>
                    <a:pt x="64" y="11"/>
                    <a:pt x="70" y="7"/>
                    <a:pt x="74" y="3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7" y="0"/>
                    <a:pt x="82" y="0"/>
                    <a:pt x="84" y="3"/>
                  </a:cubicBezTo>
                  <a:cubicBezTo>
                    <a:pt x="87" y="6"/>
                    <a:pt x="87" y="11"/>
                    <a:pt x="84" y="14"/>
                  </a:cubicBezTo>
                  <a:lnTo>
                    <a:pt x="83" y="14"/>
                  </a:lnTo>
                  <a:close/>
                </a:path>
              </a:pathLst>
            </a:custGeom>
            <a:solidFill>
              <a:srgbClr val="3C8A8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8" name="Freeform 118"/>
            <p:cNvSpPr/>
            <p:nvPr/>
          </p:nvSpPr>
          <p:spPr>
            <a:xfrm>
              <a:off x="7504113" y="4989513"/>
              <a:ext cx="127000" cy="173038"/>
            </a:xfrm>
            <a:custGeom>
              <a:avLst/>
              <a:gdLst/>
              <a:ahLst/>
              <a:cxnLst/>
              <a:rect l="l" t="t" r="r" b="b"/>
              <a:pathLst>
                <a:path w="37" h="51">
                  <a:moveTo>
                    <a:pt x="36" y="26"/>
                  </a:moveTo>
                  <a:cubicBezTo>
                    <a:pt x="35" y="20"/>
                    <a:pt x="35" y="14"/>
                    <a:pt x="35" y="8"/>
                  </a:cubicBezTo>
                  <a:cubicBezTo>
                    <a:pt x="34" y="8"/>
                    <a:pt x="34" y="8"/>
                    <a:pt x="33" y="8"/>
                  </a:cubicBezTo>
                  <a:cubicBezTo>
                    <a:pt x="30" y="7"/>
                    <a:pt x="28" y="3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3" y="14"/>
                    <a:pt x="1" y="25"/>
                  </a:cubicBezTo>
                  <a:cubicBezTo>
                    <a:pt x="0" y="32"/>
                    <a:pt x="2" y="45"/>
                    <a:pt x="3" y="51"/>
                  </a:cubicBezTo>
                  <a:cubicBezTo>
                    <a:pt x="9" y="50"/>
                    <a:pt x="15" y="50"/>
                    <a:pt x="21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49"/>
                    <a:pt x="21" y="47"/>
                    <a:pt x="22" y="46"/>
                  </a:cubicBezTo>
                  <a:cubicBezTo>
                    <a:pt x="23" y="44"/>
                    <a:pt x="25" y="41"/>
                    <a:pt x="28" y="41"/>
                  </a:cubicBezTo>
                  <a:cubicBezTo>
                    <a:pt x="29" y="41"/>
                    <a:pt x="30" y="41"/>
                    <a:pt x="31" y="42"/>
                  </a:cubicBezTo>
                  <a:cubicBezTo>
                    <a:pt x="32" y="41"/>
                    <a:pt x="33" y="41"/>
                    <a:pt x="34" y="42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4399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9" name="AutoShape 119"/>
            <p:cNvSpPr/>
            <p:nvPr/>
          </p:nvSpPr>
          <p:spPr>
            <a:xfrm>
              <a:off x="7575550" y="4876800"/>
              <a:ext cx="41275" cy="153988"/>
            </a:xfrm>
            <a:prstGeom prst="rect">
              <a:avLst/>
            </a:prstGeom>
            <a:solidFill>
              <a:srgbClr val="FFCE8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0" name="Freeform 120"/>
            <p:cNvSpPr/>
            <p:nvPr/>
          </p:nvSpPr>
          <p:spPr>
            <a:xfrm>
              <a:off x="7524750" y="4802188"/>
              <a:ext cx="146050" cy="160338"/>
            </a:xfrm>
            <a:custGeom>
              <a:avLst/>
              <a:gdLst/>
              <a:ahLst/>
              <a:cxnLst/>
              <a:rect l="l" t="t" r="r" b="b"/>
              <a:pathLst>
                <a:path w="43" h="47">
                  <a:moveTo>
                    <a:pt x="3" y="19"/>
                  </a:moveTo>
                  <a:cubicBezTo>
                    <a:pt x="0" y="31"/>
                    <a:pt x="2" y="41"/>
                    <a:pt x="14" y="44"/>
                  </a:cubicBezTo>
                  <a:cubicBezTo>
                    <a:pt x="25" y="47"/>
                    <a:pt x="37" y="40"/>
                    <a:pt x="40" y="29"/>
                  </a:cubicBezTo>
                  <a:cubicBezTo>
                    <a:pt x="43" y="17"/>
                    <a:pt x="36" y="6"/>
                    <a:pt x="25" y="3"/>
                  </a:cubicBezTo>
                  <a:cubicBezTo>
                    <a:pt x="13" y="0"/>
                    <a:pt x="6" y="8"/>
                    <a:pt x="3" y="19"/>
                  </a:cubicBezTo>
                  <a:close/>
                </a:path>
              </a:pathLst>
            </a:custGeom>
            <a:solidFill>
              <a:srgbClr val="FFCE8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1" name="Freeform 121"/>
            <p:cNvSpPr/>
            <p:nvPr/>
          </p:nvSpPr>
          <p:spPr>
            <a:xfrm>
              <a:off x="7531100" y="4765675"/>
              <a:ext cx="198438" cy="223838"/>
            </a:xfrm>
            <a:custGeom>
              <a:avLst/>
              <a:gdLst/>
              <a:ahLst/>
              <a:cxnLst/>
              <a:rect l="l" t="t" r="r" b="b"/>
              <a:pathLst>
                <a:path w="58" h="66">
                  <a:moveTo>
                    <a:pt x="12" y="53"/>
                  </a:moveTo>
                  <a:cubicBezTo>
                    <a:pt x="12" y="53"/>
                    <a:pt x="28" y="29"/>
                    <a:pt x="27" y="29"/>
                  </a:cubicBezTo>
                  <a:cubicBezTo>
                    <a:pt x="22" y="28"/>
                    <a:pt x="0" y="22"/>
                    <a:pt x="0" y="22"/>
                  </a:cubicBezTo>
                  <a:cubicBezTo>
                    <a:pt x="0" y="22"/>
                    <a:pt x="11" y="0"/>
                    <a:pt x="38" y="16"/>
                  </a:cubicBezTo>
                  <a:cubicBezTo>
                    <a:pt x="55" y="25"/>
                    <a:pt x="58" y="51"/>
                    <a:pt x="49" y="60"/>
                  </a:cubicBezTo>
                  <a:cubicBezTo>
                    <a:pt x="43" y="66"/>
                    <a:pt x="12" y="53"/>
                    <a:pt x="12" y="53"/>
                  </a:cubicBezTo>
                  <a:close/>
                </a:path>
              </a:pathLst>
            </a:custGeom>
            <a:solidFill>
              <a:srgbClr val="202A4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2" name="Freeform 122"/>
            <p:cNvSpPr/>
            <p:nvPr/>
          </p:nvSpPr>
          <p:spPr>
            <a:xfrm>
              <a:off x="7259638" y="5200650"/>
              <a:ext cx="292100" cy="258763"/>
            </a:xfrm>
            <a:custGeom>
              <a:avLst/>
              <a:gdLst/>
              <a:ahLst/>
              <a:cxnLst/>
              <a:rect l="l" t="t" r="r" b="b"/>
              <a:pathLst>
                <a:path w="86" h="76">
                  <a:moveTo>
                    <a:pt x="74" y="30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7" y="73"/>
                    <a:pt x="17" y="73"/>
                    <a:pt x="17" y="73"/>
                  </a:cubicBezTo>
                  <a:cubicBezTo>
                    <a:pt x="17" y="74"/>
                    <a:pt x="16" y="75"/>
                    <a:pt x="15" y="75"/>
                  </a:cubicBezTo>
                  <a:cubicBezTo>
                    <a:pt x="14" y="76"/>
                    <a:pt x="13" y="75"/>
                    <a:pt x="13" y="74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4"/>
                    <a:pt x="2" y="1"/>
                    <a:pt x="5" y="0"/>
                  </a:cubicBezTo>
                  <a:cubicBezTo>
                    <a:pt x="6" y="0"/>
                    <a:pt x="7" y="0"/>
                    <a:pt x="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3" y="13"/>
                    <a:pt x="86" y="18"/>
                    <a:pt x="85" y="23"/>
                  </a:cubicBezTo>
                  <a:cubicBezTo>
                    <a:pt x="84" y="28"/>
                    <a:pt x="80" y="31"/>
                    <a:pt x="75" y="30"/>
                  </a:cubicBezTo>
                  <a:lnTo>
                    <a:pt x="74" y="30"/>
                  </a:lnTo>
                  <a:close/>
                </a:path>
              </a:pathLst>
            </a:custGeom>
            <a:solidFill>
              <a:srgbClr val="202A4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3" name="Freeform 123"/>
            <p:cNvSpPr/>
            <p:nvPr/>
          </p:nvSpPr>
          <p:spPr>
            <a:xfrm>
              <a:off x="7551738" y="5230813"/>
              <a:ext cx="163513" cy="554038"/>
            </a:xfrm>
            <a:custGeom>
              <a:avLst/>
              <a:gdLst/>
              <a:ahLst/>
              <a:cxnLst/>
              <a:rect l="l" t="t" r="r" b="b"/>
              <a:pathLst>
                <a:path w="48" h="163">
                  <a:moveTo>
                    <a:pt x="19" y="12"/>
                  </a:moveTo>
                  <a:cubicBezTo>
                    <a:pt x="19" y="22"/>
                    <a:pt x="19" y="22"/>
                    <a:pt x="19" y="22"/>
                  </a:cubicBezTo>
                  <a:cubicBezTo>
                    <a:pt x="19" y="26"/>
                    <a:pt x="19" y="29"/>
                    <a:pt x="19" y="3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89"/>
                    <a:pt x="20" y="89"/>
                    <a:pt x="20" y="89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161"/>
                    <a:pt x="48" y="162"/>
                    <a:pt x="46" y="162"/>
                  </a:cubicBezTo>
                  <a:cubicBezTo>
                    <a:pt x="45" y="163"/>
                    <a:pt x="44" y="162"/>
                    <a:pt x="44" y="16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4"/>
                    <a:pt x="7" y="93"/>
                    <a:pt x="7" y="93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5"/>
                    <a:pt x="4" y="1"/>
                    <a:pt x="9" y="1"/>
                  </a:cubicBezTo>
                  <a:cubicBezTo>
                    <a:pt x="14" y="0"/>
                    <a:pt x="19" y="4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lnTo>
                    <a:pt x="19" y="12"/>
                  </a:lnTo>
                  <a:close/>
                </a:path>
              </a:pathLst>
            </a:custGeom>
            <a:solidFill>
              <a:srgbClr val="202A4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4" name="Freeform 124"/>
            <p:cNvSpPr/>
            <p:nvPr/>
          </p:nvSpPr>
          <p:spPr>
            <a:xfrm>
              <a:off x="7473950" y="4989513"/>
              <a:ext cx="255588" cy="211138"/>
            </a:xfrm>
            <a:custGeom>
              <a:avLst/>
              <a:gdLst/>
              <a:ahLst/>
              <a:cxnLst/>
              <a:rect l="l" t="t" r="r" b="b"/>
              <a:pathLst>
                <a:path w="75" h="62">
                  <a:moveTo>
                    <a:pt x="51" y="5"/>
                  </a:moveTo>
                  <a:cubicBezTo>
                    <a:pt x="57" y="13"/>
                    <a:pt x="62" y="22"/>
                    <a:pt x="67" y="31"/>
                  </a:cubicBezTo>
                  <a:cubicBezTo>
                    <a:pt x="69" y="36"/>
                    <a:pt x="71" y="41"/>
                    <a:pt x="73" y="46"/>
                  </a:cubicBezTo>
                  <a:cubicBezTo>
                    <a:pt x="73" y="47"/>
                    <a:pt x="74" y="49"/>
                    <a:pt x="74" y="50"/>
                  </a:cubicBezTo>
                  <a:cubicBezTo>
                    <a:pt x="74" y="52"/>
                    <a:pt x="75" y="54"/>
                    <a:pt x="74" y="57"/>
                  </a:cubicBezTo>
                  <a:cubicBezTo>
                    <a:pt x="73" y="58"/>
                    <a:pt x="72" y="60"/>
                    <a:pt x="70" y="61"/>
                  </a:cubicBezTo>
                  <a:cubicBezTo>
                    <a:pt x="69" y="62"/>
                    <a:pt x="68" y="62"/>
                    <a:pt x="67" y="62"/>
                  </a:cubicBezTo>
                  <a:cubicBezTo>
                    <a:pt x="65" y="62"/>
                    <a:pt x="64" y="62"/>
                    <a:pt x="62" y="62"/>
                  </a:cubicBezTo>
                  <a:cubicBezTo>
                    <a:pt x="51" y="62"/>
                    <a:pt x="42" y="60"/>
                    <a:pt x="32" y="58"/>
                  </a:cubicBezTo>
                  <a:cubicBezTo>
                    <a:pt x="22" y="56"/>
                    <a:pt x="12" y="54"/>
                    <a:pt x="2" y="52"/>
                  </a:cubicBezTo>
                  <a:cubicBezTo>
                    <a:pt x="1" y="51"/>
                    <a:pt x="0" y="50"/>
                    <a:pt x="1" y="49"/>
                  </a:cubicBezTo>
                  <a:cubicBezTo>
                    <a:pt x="1" y="48"/>
                    <a:pt x="2" y="47"/>
                    <a:pt x="3" y="47"/>
                  </a:cubicBezTo>
                  <a:cubicBezTo>
                    <a:pt x="13" y="49"/>
                    <a:pt x="23" y="50"/>
                    <a:pt x="33" y="51"/>
                  </a:cubicBezTo>
                  <a:cubicBezTo>
                    <a:pt x="42" y="52"/>
                    <a:pt x="53" y="53"/>
                    <a:pt x="62" y="52"/>
                  </a:cubicBezTo>
                  <a:cubicBezTo>
                    <a:pt x="63" y="52"/>
                    <a:pt x="64" y="52"/>
                    <a:pt x="64" y="52"/>
                  </a:cubicBezTo>
                  <a:cubicBezTo>
                    <a:pt x="65" y="52"/>
                    <a:pt x="65" y="52"/>
                    <a:pt x="65" y="52"/>
                  </a:cubicBezTo>
                  <a:cubicBezTo>
                    <a:pt x="64" y="52"/>
                    <a:pt x="64" y="53"/>
                    <a:pt x="63" y="53"/>
                  </a:cubicBezTo>
                  <a:cubicBezTo>
                    <a:pt x="63" y="54"/>
                    <a:pt x="63" y="53"/>
                    <a:pt x="63" y="52"/>
                  </a:cubicBezTo>
                  <a:cubicBezTo>
                    <a:pt x="63" y="52"/>
                    <a:pt x="62" y="51"/>
                    <a:pt x="62" y="50"/>
                  </a:cubicBezTo>
                  <a:cubicBezTo>
                    <a:pt x="60" y="46"/>
                    <a:pt x="58" y="42"/>
                    <a:pt x="55" y="37"/>
                  </a:cubicBezTo>
                  <a:cubicBezTo>
                    <a:pt x="50" y="29"/>
                    <a:pt x="45" y="21"/>
                    <a:pt x="39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6" y="10"/>
                    <a:pt x="37" y="5"/>
                    <a:pt x="40" y="3"/>
                  </a:cubicBezTo>
                  <a:cubicBezTo>
                    <a:pt x="43" y="0"/>
                    <a:pt x="48" y="1"/>
                    <a:pt x="51" y="4"/>
                  </a:cubicBezTo>
                  <a:lnTo>
                    <a:pt x="51" y="5"/>
                  </a:lnTo>
                  <a:close/>
                </a:path>
              </a:pathLst>
            </a:custGeom>
            <a:solidFill>
              <a:srgbClr val="4399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5" name="Freeform 125"/>
            <p:cNvSpPr/>
            <p:nvPr/>
          </p:nvSpPr>
          <p:spPr>
            <a:xfrm>
              <a:off x="7535863" y="4989513"/>
              <a:ext cx="114300" cy="163513"/>
            </a:xfrm>
            <a:custGeom>
              <a:avLst/>
              <a:gdLst/>
              <a:ahLst/>
              <a:cxnLst/>
              <a:rect l="l" t="t" r="r" b="b"/>
              <a:pathLst>
                <a:path w="34" h="48">
                  <a:moveTo>
                    <a:pt x="18" y="0"/>
                  </a:moveTo>
                  <a:cubicBezTo>
                    <a:pt x="26" y="0"/>
                    <a:pt x="34" y="4"/>
                    <a:pt x="34" y="17"/>
                  </a:cubicBezTo>
                  <a:cubicBezTo>
                    <a:pt x="34" y="30"/>
                    <a:pt x="22" y="48"/>
                    <a:pt x="22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6" y="10"/>
                    <a:pt x="6" y="10"/>
                    <a:pt x="6" y="10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4399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6" name="Freeform 126"/>
            <p:cNvSpPr/>
            <p:nvPr/>
          </p:nvSpPr>
          <p:spPr>
            <a:xfrm>
              <a:off x="7569200" y="4976813"/>
              <a:ext cx="53975" cy="42863"/>
            </a:xfrm>
            <a:custGeom>
              <a:avLst/>
              <a:gdLst/>
              <a:ahLst/>
              <a:cxnLst/>
              <a:rect l="l" t="t" r="r" b="b"/>
              <a:pathLst>
                <a:path w="16" h="13">
                  <a:moveTo>
                    <a:pt x="16" y="5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0" y="13"/>
                    <a:pt x="0" y="13"/>
                  </a:cubicBezTo>
                  <a:cubicBezTo>
                    <a:pt x="1" y="13"/>
                    <a:pt x="16" y="5"/>
                    <a:pt x="16" y="5"/>
                  </a:cubicBezTo>
                  <a:close/>
                </a:path>
              </a:pathLst>
            </a:custGeom>
            <a:solidFill>
              <a:srgbClr val="3C8A8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7" name="Freeform 127"/>
            <p:cNvSpPr/>
            <p:nvPr/>
          </p:nvSpPr>
          <p:spPr>
            <a:xfrm>
              <a:off x="7545388" y="4986338"/>
              <a:ext cx="30163" cy="30163"/>
            </a:xfrm>
            <a:custGeom>
              <a:avLst/>
              <a:gdLst/>
              <a:ahLst/>
              <a:cxnLst/>
              <a:rect l="l" t="t" r="r" b="b"/>
              <a:pathLst>
                <a:path w="19" h="19">
                  <a:moveTo>
                    <a:pt x="19" y="0"/>
                  </a:moveTo>
                  <a:lnTo>
                    <a:pt x="13" y="2"/>
                  </a:lnTo>
                  <a:lnTo>
                    <a:pt x="0" y="19"/>
                  </a:lnTo>
                  <a:lnTo>
                    <a:pt x="6" y="17"/>
                  </a:lnTo>
                  <a:lnTo>
                    <a:pt x="19" y="6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3C8A8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8" name="Freeform 128"/>
            <p:cNvSpPr/>
            <p:nvPr/>
          </p:nvSpPr>
          <p:spPr>
            <a:xfrm>
              <a:off x="7512050" y="5135563"/>
              <a:ext cx="107950" cy="41275"/>
            </a:xfrm>
            <a:custGeom>
              <a:avLst/>
              <a:gdLst/>
              <a:ahLst/>
              <a:cxnLst/>
              <a:rect l="l" t="t" r="r" b="b"/>
              <a:pathLst>
                <a:path w="68" h="26">
                  <a:moveTo>
                    <a:pt x="62" y="11"/>
                  </a:moveTo>
                  <a:lnTo>
                    <a:pt x="2" y="26"/>
                  </a:lnTo>
                  <a:lnTo>
                    <a:pt x="0" y="0"/>
                  </a:lnTo>
                  <a:lnTo>
                    <a:pt x="68" y="0"/>
                  </a:lnTo>
                  <a:lnTo>
                    <a:pt x="62" y="11"/>
                  </a:lnTo>
                  <a:close/>
                </a:path>
              </a:pathLst>
            </a:custGeom>
            <a:solidFill>
              <a:srgbClr val="4399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9" name="Freeform 129"/>
            <p:cNvSpPr/>
            <p:nvPr/>
          </p:nvSpPr>
          <p:spPr>
            <a:xfrm>
              <a:off x="7272338" y="5400675"/>
              <a:ext cx="55563" cy="71438"/>
            </a:xfrm>
            <a:custGeom>
              <a:avLst/>
              <a:gdLst/>
              <a:ahLst/>
              <a:cxnLst/>
              <a:rect l="l" t="t" r="r" b="b"/>
              <a:pathLst>
                <a:path w="16" h="21">
                  <a:moveTo>
                    <a:pt x="16" y="18"/>
                  </a:moveTo>
                  <a:cubicBezTo>
                    <a:pt x="16" y="17"/>
                    <a:pt x="15" y="1"/>
                    <a:pt x="15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1" y="15"/>
                    <a:pt x="1" y="18"/>
                  </a:cubicBezTo>
                  <a:cubicBezTo>
                    <a:pt x="0" y="21"/>
                    <a:pt x="16" y="18"/>
                    <a:pt x="16" y="18"/>
                  </a:cubicBezTo>
                  <a:close/>
                </a:path>
              </a:pathLst>
            </a:custGeom>
            <a:solidFill>
              <a:srgbClr val="4399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0" name="Freeform 130"/>
            <p:cNvSpPr/>
            <p:nvPr/>
          </p:nvSpPr>
          <p:spPr>
            <a:xfrm>
              <a:off x="7658100" y="5727700"/>
              <a:ext cx="68263" cy="88900"/>
            </a:xfrm>
            <a:custGeom>
              <a:avLst/>
              <a:gdLst/>
              <a:ahLst/>
              <a:cxnLst/>
              <a:rect l="l" t="t" r="r" b="b"/>
              <a:pathLst>
                <a:path w="20" h="26">
                  <a:moveTo>
                    <a:pt x="19" y="11"/>
                  </a:moveTo>
                  <a:cubicBezTo>
                    <a:pt x="19" y="11"/>
                    <a:pt x="16" y="0"/>
                    <a:pt x="15" y="0"/>
                  </a:cubicBezTo>
                  <a:cubicBezTo>
                    <a:pt x="14" y="1"/>
                    <a:pt x="0" y="6"/>
                    <a:pt x="0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6" y="21"/>
                    <a:pt x="6" y="24"/>
                  </a:cubicBezTo>
                  <a:cubicBezTo>
                    <a:pt x="5" y="26"/>
                    <a:pt x="20" y="24"/>
                    <a:pt x="20" y="24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rgbClr val="43999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1" name="Freeform 131"/>
            <p:cNvSpPr/>
            <p:nvPr/>
          </p:nvSpPr>
          <p:spPr>
            <a:xfrm>
              <a:off x="7443788" y="5135563"/>
              <a:ext cx="47625" cy="38100"/>
            </a:xfrm>
            <a:custGeom>
              <a:avLst/>
              <a:gdLst/>
              <a:ahLst/>
              <a:cxnLst/>
              <a:rect l="l" t="t" r="r" b="b"/>
              <a:pathLst>
                <a:path w="14" h="11">
                  <a:moveTo>
                    <a:pt x="14" y="5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0" y="0"/>
                    <a:pt x="5" y="1"/>
                  </a:cubicBezTo>
                  <a:cubicBezTo>
                    <a:pt x="10" y="2"/>
                    <a:pt x="14" y="5"/>
                    <a:pt x="14" y="5"/>
                  </a:cubicBezTo>
                  <a:close/>
                </a:path>
              </a:pathLst>
            </a:custGeom>
            <a:solidFill>
              <a:srgbClr val="FFCE8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2" name="Freeform 132"/>
            <p:cNvSpPr/>
            <p:nvPr/>
          </p:nvSpPr>
          <p:spPr>
            <a:xfrm>
              <a:off x="7248525" y="5003800"/>
              <a:ext cx="44450" cy="57150"/>
            </a:xfrm>
            <a:custGeom>
              <a:avLst/>
              <a:gdLst/>
              <a:ahLst/>
              <a:cxnLst/>
              <a:rect l="l" t="t" r="r" b="b"/>
              <a:pathLst>
                <a:path w="13" h="17">
                  <a:moveTo>
                    <a:pt x="10" y="17"/>
                  </a:moveTo>
                  <a:cubicBezTo>
                    <a:pt x="9" y="17"/>
                    <a:pt x="0" y="11"/>
                    <a:pt x="0" y="11"/>
                  </a:cubicBezTo>
                  <a:cubicBezTo>
                    <a:pt x="0" y="11"/>
                    <a:pt x="2" y="0"/>
                    <a:pt x="8" y="3"/>
                  </a:cubicBezTo>
                  <a:cubicBezTo>
                    <a:pt x="13" y="6"/>
                    <a:pt x="13" y="13"/>
                    <a:pt x="13" y="13"/>
                  </a:cubicBezTo>
                  <a:lnTo>
                    <a:pt x="10" y="17"/>
                  </a:lnTo>
                  <a:close/>
                </a:path>
              </a:pathLst>
            </a:custGeom>
            <a:solidFill>
              <a:srgbClr val="FFCE8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3" name="Freeform 133"/>
            <p:cNvSpPr/>
            <p:nvPr/>
          </p:nvSpPr>
          <p:spPr>
            <a:xfrm>
              <a:off x="7507288" y="4867275"/>
              <a:ext cx="41275" cy="33338"/>
            </a:xfrm>
            <a:custGeom>
              <a:avLst/>
              <a:gdLst/>
              <a:ahLst/>
              <a:cxnLst/>
              <a:rect l="l" t="t" r="r" b="b"/>
              <a:pathLst>
                <a:path w="12" h="10">
                  <a:moveTo>
                    <a:pt x="8" y="0"/>
                  </a:moveTo>
                  <a:cubicBezTo>
                    <a:pt x="7" y="1"/>
                    <a:pt x="0" y="5"/>
                    <a:pt x="0" y="5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FFCE8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4" name="Freeform 134"/>
            <p:cNvSpPr/>
            <p:nvPr/>
          </p:nvSpPr>
          <p:spPr>
            <a:xfrm>
              <a:off x="5429250" y="4187825"/>
              <a:ext cx="225425" cy="101600"/>
            </a:xfrm>
            <a:custGeom>
              <a:avLst/>
              <a:gdLst/>
              <a:ahLst/>
              <a:cxnLst/>
              <a:rect l="l" t="t" r="r" b="b"/>
              <a:pathLst>
                <a:path w="66" h="30">
                  <a:moveTo>
                    <a:pt x="3" y="14"/>
                  </a:moveTo>
                  <a:cubicBezTo>
                    <a:pt x="8" y="19"/>
                    <a:pt x="13" y="22"/>
                    <a:pt x="18" y="25"/>
                  </a:cubicBezTo>
                  <a:cubicBezTo>
                    <a:pt x="23" y="28"/>
                    <a:pt x="29" y="30"/>
                    <a:pt x="35" y="30"/>
                  </a:cubicBezTo>
                  <a:cubicBezTo>
                    <a:pt x="36" y="30"/>
                    <a:pt x="38" y="30"/>
                    <a:pt x="39" y="30"/>
                  </a:cubicBezTo>
                  <a:cubicBezTo>
                    <a:pt x="41" y="29"/>
                    <a:pt x="42" y="29"/>
                    <a:pt x="43" y="28"/>
                  </a:cubicBezTo>
                  <a:cubicBezTo>
                    <a:pt x="46" y="27"/>
                    <a:pt x="48" y="26"/>
                    <a:pt x="51" y="24"/>
                  </a:cubicBezTo>
                  <a:cubicBezTo>
                    <a:pt x="56" y="22"/>
                    <a:pt x="61" y="19"/>
                    <a:pt x="65" y="15"/>
                  </a:cubicBezTo>
                  <a:cubicBezTo>
                    <a:pt x="66" y="14"/>
                    <a:pt x="66" y="12"/>
                    <a:pt x="66" y="11"/>
                  </a:cubicBezTo>
                  <a:cubicBezTo>
                    <a:pt x="65" y="10"/>
                    <a:pt x="64" y="10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59" y="14"/>
                    <a:pt x="54" y="16"/>
                    <a:pt x="49" y="18"/>
                  </a:cubicBezTo>
                  <a:cubicBezTo>
                    <a:pt x="47" y="19"/>
                    <a:pt x="44" y="19"/>
                    <a:pt x="42" y="20"/>
                  </a:cubicBezTo>
                  <a:cubicBezTo>
                    <a:pt x="40" y="20"/>
                    <a:pt x="39" y="20"/>
                    <a:pt x="38" y="21"/>
                  </a:cubicBezTo>
                  <a:cubicBezTo>
                    <a:pt x="37" y="21"/>
                    <a:pt x="36" y="21"/>
                    <a:pt x="35" y="20"/>
                  </a:cubicBezTo>
                  <a:cubicBezTo>
                    <a:pt x="31" y="20"/>
                    <a:pt x="26" y="17"/>
                    <a:pt x="22" y="14"/>
                  </a:cubicBezTo>
                  <a:cubicBezTo>
                    <a:pt x="18" y="11"/>
                    <a:pt x="14" y="7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8" y="0"/>
                    <a:pt x="4" y="0"/>
                    <a:pt x="2" y="3"/>
                  </a:cubicBezTo>
                  <a:cubicBezTo>
                    <a:pt x="0" y="6"/>
                    <a:pt x="0" y="11"/>
                    <a:pt x="3" y="14"/>
                  </a:cubicBezTo>
                  <a:close/>
                </a:path>
              </a:pathLst>
            </a:custGeom>
            <a:solidFill>
              <a:srgbClr val="CF6023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5" name="Freeform 135"/>
            <p:cNvSpPr/>
            <p:nvPr/>
          </p:nvSpPr>
          <p:spPr>
            <a:xfrm>
              <a:off x="5392738" y="4176713"/>
              <a:ext cx="119063" cy="173038"/>
            </a:xfrm>
            <a:custGeom>
              <a:avLst/>
              <a:gdLst/>
              <a:ahLst/>
              <a:cxnLst/>
              <a:rect l="l" t="t" r="r" b="b"/>
              <a:pathLst>
                <a:path w="35" h="51">
                  <a:moveTo>
                    <a:pt x="1" y="26"/>
                  </a:moveTo>
                  <a:cubicBezTo>
                    <a:pt x="2" y="20"/>
                    <a:pt x="2" y="14"/>
                    <a:pt x="2" y="8"/>
                  </a:cubicBezTo>
                  <a:cubicBezTo>
                    <a:pt x="2" y="8"/>
                    <a:pt x="3" y="8"/>
                    <a:pt x="4" y="8"/>
                  </a:cubicBezTo>
                  <a:cubicBezTo>
                    <a:pt x="7" y="7"/>
                    <a:pt x="9" y="3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25" y="5"/>
                    <a:pt x="26" y="16"/>
                  </a:cubicBezTo>
                  <a:cubicBezTo>
                    <a:pt x="28" y="23"/>
                    <a:pt x="35" y="45"/>
                    <a:pt x="34" y="51"/>
                  </a:cubicBezTo>
                  <a:cubicBezTo>
                    <a:pt x="28" y="50"/>
                    <a:pt x="22" y="50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6" y="48"/>
                    <a:pt x="16" y="47"/>
                    <a:pt x="15" y="46"/>
                  </a:cubicBezTo>
                  <a:cubicBezTo>
                    <a:pt x="14" y="44"/>
                    <a:pt x="12" y="41"/>
                    <a:pt x="9" y="41"/>
                  </a:cubicBezTo>
                  <a:cubicBezTo>
                    <a:pt x="8" y="41"/>
                    <a:pt x="6" y="41"/>
                    <a:pt x="6" y="42"/>
                  </a:cubicBezTo>
                  <a:cubicBezTo>
                    <a:pt x="4" y="41"/>
                    <a:pt x="3" y="41"/>
                    <a:pt x="2" y="4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" y="28"/>
                    <a:pt x="1" y="27"/>
                    <a:pt x="1" y="26"/>
                  </a:cubicBezTo>
                  <a:close/>
                </a:path>
              </a:pathLst>
            </a:custGeom>
            <a:solidFill>
              <a:srgbClr val="E86C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6" name="AutoShape 136"/>
            <p:cNvSpPr/>
            <p:nvPr/>
          </p:nvSpPr>
          <p:spPr>
            <a:xfrm>
              <a:off x="5405438" y="4064000"/>
              <a:ext cx="41275" cy="153988"/>
            </a:xfrm>
            <a:prstGeom prst="rect">
              <a:avLst/>
            </a:prstGeom>
            <a:solidFill>
              <a:srgbClr val="FFCE8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7" name="Freeform 137"/>
            <p:cNvSpPr/>
            <p:nvPr/>
          </p:nvSpPr>
          <p:spPr>
            <a:xfrm>
              <a:off x="5351463" y="3989388"/>
              <a:ext cx="146050" cy="160338"/>
            </a:xfrm>
            <a:custGeom>
              <a:avLst/>
              <a:gdLst/>
              <a:ahLst/>
              <a:cxnLst/>
              <a:rect l="l" t="t" r="r" b="b"/>
              <a:pathLst>
                <a:path w="43" h="47">
                  <a:moveTo>
                    <a:pt x="40" y="19"/>
                  </a:moveTo>
                  <a:cubicBezTo>
                    <a:pt x="43" y="31"/>
                    <a:pt x="40" y="41"/>
                    <a:pt x="29" y="44"/>
                  </a:cubicBezTo>
                  <a:cubicBezTo>
                    <a:pt x="18" y="47"/>
                    <a:pt x="6" y="40"/>
                    <a:pt x="3" y="29"/>
                  </a:cubicBezTo>
                  <a:cubicBezTo>
                    <a:pt x="0" y="17"/>
                    <a:pt x="7" y="6"/>
                    <a:pt x="18" y="3"/>
                  </a:cubicBezTo>
                  <a:cubicBezTo>
                    <a:pt x="30" y="0"/>
                    <a:pt x="37" y="8"/>
                    <a:pt x="40" y="19"/>
                  </a:cubicBezTo>
                  <a:close/>
                </a:path>
              </a:pathLst>
            </a:custGeom>
            <a:solidFill>
              <a:srgbClr val="FFCE8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8" name="Freeform 138"/>
            <p:cNvSpPr/>
            <p:nvPr/>
          </p:nvSpPr>
          <p:spPr>
            <a:xfrm>
              <a:off x="5426075" y="4429125"/>
              <a:ext cx="112713" cy="107950"/>
            </a:xfrm>
            <a:custGeom>
              <a:avLst/>
              <a:gdLst/>
              <a:ahLst/>
              <a:cxnLst/>
              <a:rect l="l" t="t" r="r" b="b"/>
              <a:pathLst>
                <a:path w="33" h="32">
                  <a:moveTo>
                    <a:pt x="10" y="32"/>
                  </a:moveTo>
                  <a:cubicBezTo>
                    <a:pt x="11" y="31"/>
                    <a:pt x="33" y="14"/>
                    <a:pt x="33" y="14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1" y="30"/>
                    <a:pt x="11" y="30"/>
                    <a:pt x="11" y="30"/>
                  </a:cubicBezTo>
                </a:path>
              </a:pathLst>
            </a:custGeom>
            <a:solidFill>
              <a:srgbClr val="202A4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9" name="Freeform 139"/>
            <p:cNvSpPr/>
            <p:nvPr/>
          </p:nvSpPr>
          <p:spPr>
            <a:xfrm>
              <a:off x="5419725" y="4387850"/>
              <a:ext cx="293688" cy="258763"/>
            </a:xfrm>
            <a:custGeom>
              <a:avLst/>
              <a:gdLst/>
              <a:ahLst/>
              <a:cxnLst/>
              <a:rect l="l" t="t" r="r" b="b"/>
              <a:pathLst>
                <a:path w="86" h="76">
                  <a:moveTo>
                    <a:pt x="9" y="12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2" y="0"/>
                    <a:pt x="85" y="2"/>
                    <a:pt x="86" y="5"/>
                  </a:cubicBezTo>
                  <a:cubicBezTo>
                    <a:pt x="86" y="6"/>
                    <a:pt x="86" y="6"/>
                    <a:pt x="86" y="7"/>
                  </a:cubicBezTo>
                  <a:cubicBezTo>
                    <a:pt x="73" y="74"/>
                    <a:pt x="73" y="74"/>
                    <a:pt x="73" y="74"/>
                  </a:cubicBezTo>
                  <a:cubicBezTo>
                    <a:pt x="73" y="75"/>
                    <a:pt x="72" y="76"/>
                    <a:pt x="71" y="75"/>
                  </a:cubicBezTo>
                  <a:cubicBezTo>
                    <a:pt x="70" y="75"/>
                    <a:pt x="69" y="74"/>
                    <a:pt x="69" y="73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8" y="31"/>
                    <a:pt x="3" y="29"/>
                    <a:pt x="1" y="24"/>
                  </a:cubicBezTo>
                  <a:cubicBezTo>
                    <a:pt x="0" y="19"/>
                    <a:pt x="3" y="14"/>
                    <a:pt x="8" y="12"/>
                  </a:cubicBezTo>
                  <a:lnTo>
                    <a:pt x="9" y="12"/>
                  </a:lnTo>
                  <a:close/>
                </a:path>
              </a:pathLst>
            </a:custGeom>
            <a:solidFill>
              <a:srgbClr val="202A4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40" name="Freeform 140"/>
            <p:cNvSpPr/>
            <p:nvPr/>
          </p:nvSpPr>
          <p:spPr>
            <a:xfrm>
              <a:off x="5307013" y="4421188"/>
              <a:ext cx="160338" cy="534988"/>
            </a:xfrm>
            <a:custGeom>
              <a:avLst/>
              <a:gdLst/>
              <a:ahLst/>
              <a:cxnLst/>
              <a:rect l="l" t="t" r="r" b="b"/>
              <a:pathLst>
                <a:path w="47" h="157">
                  <a:moveTo>
                    <a:pt x="47" y="9"/>
                  </a:moveTo>
                  <a:cubicBezTo>
                    <a:pt x="47" y="10"/>
                    <a:pt x="47" y="14"/>
                    <a:pt x="47" y="15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1" y="90"/>
                    <a:pt x="41" y="90"/>
                    <a:pt x="41" y="91"/>
                  </a:cubicBezTo>
                  <a:cubicBezTo>
                    <a:pt x="4" y="156"/>
                    <a:pt x="4" y="156"/>
                    <a:pt x="4" y="156"/>
                  </a:cubicBezTo>
                  <a:cubicBezTo>
                    <a:pt x="3" y="157"/>
                    <a:pt x="2" y="157"/>
                    <a:pt x="1" y="157"/>
                  </a:cubicBezTo>
                  <a:cubicBezTo>
                    <a:pt x="0" y="156"/>
                    <a:pt x="0" y="155"/>
                    <a:pt x="0" y="154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2"/>
                    <a:pt x="29" y="13"/>
                    <a:pt x="29" y="11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4"/>
                    <a:pt x="33" y="0"/>
                    <a:pt x="38" y="0"/>
                  </a:cubicBezTo>
                  <a:cubicBezTo>
                    <a:pt x="43" y="0"/>
                    <a:pt x="47" y="4"/>
                    <a:pt x="47" y="9"/>
                  </a:cubicBezTo>
                  <a:close/>
                </a:path>
              </a:pathLst>
            </a:custGeom>
            <a:solidFill>
              <a:srgbClr val="202A4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41" name="Freeform 141"/>
            <p:cNvSpPr/>
            <p:nvPr/>
          </p:nvSpPr>
          <p:spPr>
            <a:xfrm>
              <a:off x="5314950" y="4173538"/>
              <a:ext cx="250825" cy="214313"/>
            </a:xfrm>
            <a:custGeom>
              <a:avLst/>
              <a:gdLst/>
              <a:ahLst/>
              <a:cxnLst/>
              <a:rect l="l" t="t" r="r" b="b"/>
              <a:pathLst>
                <a:path w="74" h="63">
                  <a:moveTo>
                    <a:pt x="23" y="5"/>
                  </a:moveTo>
                  <a:cubicBezTo>
                    <a:pt x="17" y="14"/>
                    <a:pt x="12" y="22"/>
                    <a:pt x="8" y="32"/>
                  </a:cubicBezTo>
                  <a:cubicBezTo>
                    <a:pt x="5" y="36"/>
                    <a:pt x="3" y="41"/>
                    <a:pt x="1" y="46"/>
                  </a:cubicBezTo>
                  <a:cubicBezTo>
                    <a:pt x="1" y="48"/>
                    <a:pt x="1" y="49"/>
                    <a:pt x="0" y="51"/>
                  </a:cubicBezTo>
                  <a:cubicBezTo>
                    <a:pt x="0" y="52"/>
                    <a:pt x="0" y="54"/>
                    <a:pt x="1" y="57"/>
                  </a:cubicBezTo>
                  <a:cubicBezTo>
                    <a:pt x="1" y="59"/>
                    <a:pt x="3" y="61"/>
                    <a:pt x="4" y="61"/>
                  </a:cubicBezTo>
                  <a:cubicBezTo>
                    <a:pt x="6" y="62"/>
                    <a:pt x="7" y="62"/>
                    <a:pt x="8" y="62"/>
                  </a:cubicBezTo>
                  <a:cubicBezTo>
                    <a:pt x="10" y="63"/>
                    <a:pt x="11" y="63"/>
                    <a:pt x="12" y="63"/>
                  </a:cubicBezTo>
                  <a:cubicBezTo>
                    <a:pt x="23" y="62"/>
                    <a:pt x="33" y="60"/>
                    <a:pt x="43" y="59"/>
                  </a:cubicBezTo>
                  <a:cubicBezTo>
                    <a:pt x="53" y="57"/>
                    <a:pt x="62" y="54"/>
                    <a:pt x="72" y="52"/>
                  </a:cubicBezTo>
                  <a:cubicBezTo>
                    <a:pt x="73" y="52"/>
                    <a:pt x="74" y="51"/>
                    <a:pt x="74" y="49"/>
                  </a:cubicBezTo>
                  <a:cubicBezTo>
                    <a:pt x="73" y="48"/>
                    <a:pt x="72" y="48"/>
                    <a:pt x="71" y="48"/>
                  </a:cubicBezTo>
                  <a:cubicBezTo>
                    <a:pt x="61" y="49"/>
                    <a:pt x="51" y="50"/>
                    <a:pt x="42" y="51"/>
                  </a:cubicBezTo>
                  <a:cubicBezTo>
                    <a:pt x="32" y="52"/>
                    <a:pt x="22" y="53"/>
                    <a:pt x="13" y="53"/>
                  </a:cubicBezTo>
                  <a:cubicBezTo>
                    <a:pt x="12" y="53"/>
                    <a:pt x="10" y="53"/>
                    <a:pt x="10" y="52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53"/>
                    <a:pt x="11" y="53"/>
                    <a:pt x="11" y="54"/>
                  </a:cubicBezTo>
                  <a:cubicBezTo>
                    <a:pt x="11" y="54"/>
                    <a:pt x="11" y="54"/>
                    <a:pt x="11" y="53"/>
                  </a:cubicBezTo>
                  <a:cubicBezTo>
                    <a:pt x="11" y="52"/>
                    <a:pt x="12" y="51"/>
                    <a:pt x="12" y="50"/>
                  </a:cubicBezTo>
                  <a:cubicBezTo>
                    <a:pt x="14" y="46"/>
                    <a:pt x="16" y="42"/>
                    <a:pt x="19" y="38"/>
                  </a:cubicBezTo>
                  <a:cubicBezTo>
                    <a:pt x="24" y="30"/>
                    <a:pt x="30" y="22"/>
                    <a:pt x="36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8" y="11"/>
                    <a:pt x="38" y="6"/>
                    <a:pt x="34" y="3"/>
                  </a:cubicBezTo>
                  <a:cubicBezTo>
                    <a:pt x="31" y="0"/>
                    <a:pt x="26" y="1"/>
                    <a:pt x="23" y="4"/>
                  </a:cubicBezTo>
                  <a:lnTo>
                    <a:pt x="23" y="5"/>
                  </a:lnTo>
                  <a:close/>
                </a:path>
              </a:pathLst>
            </a:custGeom>
            <a:solidFill>
              <a:srgbClr val="E86C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42" name="Freeform 142"/>
            <p:cNvSpPr/>
            <p:nvPr/>
          </p:nvSpPr>
          <p:spPr>
            <a:xfrm>
              <a:off x="5372100" y="4176713"/>
              <a:ext cx="115888" cy="163513"/>
            </a:xfrm>
            <a:custGeom>
              <a:avLst/>
              <a:gdLst/>
              <a:ahLst/>
              <a:cxnLst/>
              <a:rect l="l" t="t" r="r" b="b"/>
              <a:pathLst>
                <a:path w="34" h="48">
                  <a:moveTo>
                    <a:pt x="16" y="0"/>
                  </a:moveTo>
                  <a:cubicBezTo>
                    <a:pt x="8" y="0"/>
                    <a:pt x="0" y="4"/>
                    <a:pt x="0" y="17"/>
                  </a:cubicBezTo>
                  <a:cubicBezTo>
                    <a:pt x="0" y="30"/>
                    <a:pt x="12" y="48"/>
                    <a:pt x="12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28" y="10"/>
                    <a:pt x="28" y="10"/>
                    <a:pt x="28" y="10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E86C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43" name="Freeform 143"/>
            <p:cNvSpPr/>
            <p:nvPr/>
          </p:nvSpPr>
          <p:spPr>
            <a:xfrm>
              <a:off x="5648325" y="4632325"/>
              <a:ext cx="50800" cy="26988"/>
            </a:xfrm>
            <a:custGeom>
              <a:avLst/>
              <a:gdLst/>
              <a:ahLst/>
              <a:cxnLst/>
              <a:rect l="l" t="t" r="r" b="b"/>
              <a:pathLst>
                <a:path w="15" h="8">
                  <a:moveTo>
                    <a:pt x="9" y="1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6" y="0"/>
                    <a:pt x="3" y="0"/>
                    <a:pt x="0" y="0"/>
                  </a:cubicBezTo>
                  <a:cubicBezTo>
                    <a:pt x="0" y="3"/>
                    <a:pt x="0" y="4"/>
                    <a:pt x="0" y="5"/>
                  </a:cubicBezTo>
                  <a:cubicBezTo>
                    <a:pt x="0" y="5"/>
                    <a:pt x="15" y="8"/>
                    <a:pt x="15" y="5"/>
                  </a:cubicBezTo>
                  <a:cubicBezTo>
                    <a:pt x="14" y="2"/>
                    <a:pt x="9" y="1"/>
                    <a:pt x="9" y="1"/>
                  </a:cubicBezTo>
                  <a:close/>
                </a:path>
              </a:pathLst>
            </a:custGeom>
            <a:solidFill>
              <a:srgbClr val="E84E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44" name="Freeform 144"/>
            <p:cNvSpPr/>
            <p:nvPr/>
          </p:nvSpPr>
          <p:spPr>
            <a:xfrm>
              <a:off x="5297488" y="4956175"/>
              <a:ext cx="47625" cy="30163"/>
            </a:xfrm>
            <a:custGeom>
              <a:avLst/>
              <a:gdLst/>
              <a:ahLst/>
              <a:cxnLst/>
              <a:rect l="l" t="t" r="r" b="b"/>
              <a:pathLst>
                <a:path w="14" h="9">
                  <a:moveTo>
                    <a:pt x="7" y="3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6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14" y="9"/>
                    <a:pt x="14" y="7"/>
                  </a:cubicBezTo>
                  <a:cubicBezTo>
                    <a:pt x="14" y="4"/>
                    <a:pt x="7" y="3"/>
                    <a:pt x="7" y="3"/>
                  </a:cubicBezTo>
                  <a:close/>
                </a:path>
              </a:pathLst>
            </a:custGeom>
            <a:solidFill>
              <a:srgbClr val="E84E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45" name="Freeform 145"/>
            <p:cNvSpPr/>
            <p:nvPr/>
          </p:nvSpPr>
          <p:spPr>
            <a:xfrm>
              <a:off x="5553075" y="4319588"/>
              <a:ext cx="44450" cy="38100"/>
            </a:xfrm>
            <a:custGeom>
              <a:avLst/>
              <a:gdLst/>
              <a:ahLst/>
              <a:cxnLst/>
              <a:rect l="l" t="t" r="r" b="b"/>
              <a:pathLst>
                <a:path w="13" h="11">
                  <a:moveTo>
                    <a:pt x="0" y="5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3" y="0"/>
                    <a:pt x="8" y="1"/>
                  </a:cubicBezTo>
                  <a:cubicBezTo>
                    <a:pt x="3" y="2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FCE8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46" name="Freeform 146"/>
            <p:cNvSpPr/>
            <p:nvPr/>
          </p:nvSpPr>
          <p:spPr>
            <a:xfrm>
              <a:off x="5645150" y="4179888"/>
              <a:ext cx="33338" cy="58738"/>
            </a:xfrm>
            <a:custGeom>
              <a:avLst/>
              <a:gdLst/>
              <a:ahLst/>
              <a:cxnLst/>
              <a:rect l="l" t="t" r="r" b="b"/>
              <a:pathLst>
                <a:path w="10" h="17">
                  <a:moveTo>
                    <a:pt x="2" y="17"/>
                  </a:moveTo>
                  <a:cubicBezTo>
                    <a:pt x="4" y="17"/>
                    <a:pt x="10" y="11"/>
                    <a:pt x="10" y="11"/>
                  </a:cubicBezTo>
                  <a:cubicBezTo>
                    <a:pt x="10" y="11"/>
                    <a:pt x="8" y="0"/>
                    <a:pt x="4" y="3"/>
                  </a:cubicBezTo>
                  <a:cubicBezTo>
                    <a:pt x="0" y="6"/>
                    <a:pt x="0" y="13"/>
                    <a:pt x="0" y="13"/>
                  </a:cubicBezTo>
                  <a:lnTo>
                    <a:pt x="2" y="17"/>
                  </a:lnTo>
                  <a:close/>
                </a:path>
              </a:pathLst>
            </a:custGeom>
            <a:solidFill>
              <a:srgbClr val="FFCE8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47" name="Freeform 147"/>
            <p:cNvSpPr/>
            <p:nvPr/>
          </p:nvSpPr>
          <p:spPr>
            <a:xfrm>
              <a:off x="5473700" y="405447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11" h="11">
                  <a:moveTo>
                    <a:pt x="4" y="0"/>
                  </a:moveTo>
                  <a:cubicBezTo>
                    <a:pt x="5" y="1"/>
                    <a:pt x="11" y="5"/>
                    <a:pt x="11" y="5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CE88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48" name="Freeform 148"/>
            <p:cNvSpPr/>
            <p:nvPr/>
          </p:nvSpPr>
          <p:spPr>
            <a:xfrm>
              <a:off x="5307013" y="3979863"/>
              <a:ext cx="198438" cy="146050"/>
            </a:xfrm>
            <a:custGeom>
              <a:avLst/>
              <a:gdLst/>
              <a:ahLst/>
              <a:cxnLst/>
              <a:rect l="l" t="t" r="r" b="b"/>
              <a:pathLst>
                <a:path w="58" h="43">
                  <a:moveTo>
                    <a:pt x="14" y="12"/>
                  </a:moveTo>
                  <a:cubicBezTo>
                    <a:pt x="14" y="12"/>
                    <a:pt x="27" y="0"/>
                    <a:pt x="42" y="3"/>
                  </a:cubicBezTo>
                  <a:cubicBezTo>
                    <a:pt x="58" y="6"/>
                    <a:pt x="47" y="18"/>
                    <a:pt x="42" y="23"/>
                  </a:cubicBezTo>
                  <a:cubicBezTo>
                    <a:pt x="36" y="27"/>
                    <a:pt x="22" y="43"/>
                    <a:pt x="22" y="43"/>
                  </a:cubicBezTo>
                  <a:cubicBezTo>
                    <a:pt x="22" y="43"/>
                    <a:pt x="0" y="27"/>
                    <a:pt x="14" y="12"/>
                  </a:cubicBezTo>
                  <a:close/>
                </a:path>
              </a:pathLst>
            </a:custGeom>
            <a:solidFill>
              <a:srgbClr val="202A4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49" name="Freeform 149"/>
            <p:cNvSpPr/>
            <p:nvPr/>
          </p:nvSpPr>
          <p:spPr>
            <a:xfrm>
              <a:off x="5348288" y="4040188"/>
              <a:ext cx="61913" cy="100013"/>
            </a:xfrm>
            <a:custGeom>
              <a:avLst/>
              <a:gdLst/>
              <a:ahLst/>
              <a:cxnLst/>
              <a:rect l="l" t="t" r="r" b="b"/>
              <a:pathLst>
                <a:path w="18" h="29">
                  <a:moveTo>
                    <a:pt x="16" y="28"/>
                  </a:moveTo>
                  <a:cubicBezTo>
                    <a:pt x="17" y="29"/>
                    <a:pt x="18" y="0"/>
                    <a:pt x="18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4" y="24"/>
                    <a:pt x="16" y="28"/>
                  </a:cubicBezTo>
                  <a:close/>
                </a:path>
              </a:pathLst>
            </a:custGeom>
            <a:solidFill>
              <a:srgbClr val="202A4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50" name="Freeform 150"/>
            <p:cNvSpPr/>
            <p:nvPr/>
          </p:nvSpPr>
          <p:spPr>
            <a:xfrm>
              <a:off x="5378450" y="4262438"/>
              <a:ext cx="160338" cy="182563"/>
            </a:xfrm>
            <a:custGeom>
              <a:avLst/>
              <a:gdLst/>
              <a:ahLst/>
              <a:cxnLst/>
              <a:rect l="l" t="t" r="r" b="b"/>
              <a:pathLst>
                <a:path w="47" h="54">
                  <a:moveTo>
                    <a:pt x="0" y="0"/>
                  </a:moveTo>
                  <a:cubicBezTo>
                    <a:pt x="1" y="1"/>
                    <a:pt x="2" y="53"/>
                    <a:pt x="2" y="53"/>
                  </a:cubicBezTo>
                  <a:cubicBezTo>
                    <a:pt x="2" y="53"/>
                    <a:pt x="16" y="54"/>
                    <a:pt x="29" y="52"/>
                  </a:cubicBezTo>
                  <a:cubicBezTo>
                    <a:pt x="42" y="50"/>
                    <a:pt x="47" y="45"/>
                    <a:pt x="47" y="45"/>
                  </a:cubicBezTo>
                  <a:cubicBezTo>
                    <a:pt x="35" y="8"/>
                    <a:pt x="35" y="8"/>
                    <a:pt x="35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6C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51" name="Freeform 151"/>
            <p:cNvSpPr/>
            <p:nvPr/>
          </p:nvSpPr>
          <p:spPr>
            <a:xfrm>
              <a:off x="5402263" y="4159250"/>
              <a:ext cx="47625" cy="44450"/>
            </a:xfrm>
            <a:custGeom>
              <a:avLst/>
              <a:gdLst/>
              <a:ahLst/>
              <a:cxnLst/>
              <a:rect l="l" t="t" r="r" b="b"/>
              <a:pathLst>
                <a:path w="30" h="28">
                  <a:moveTo>
                    <a:pt x="0" y="13"/>
                  </a:moveTo>
                  <a:lnTo>
                    <a:pt x="2" y="0"/>
                  </a:lnTo>
                  <a:lnTo>
                    <a:pt x="30" y="5"/>
                  </a:lnTo>
                  <a:lnTo>
                    <a:pt x="30" y="28"/>
                  </a:lnTo>
                  <a:lnTo>
                    <a:pt x="5" y="2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E86C27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sp>
        <p:nvSpPr>
          <p:cNvPr id="152" name="AutoShape 152"/>
          <p:cNvSpPr/>
          <p:nvPr/>
        </p:nvSpPr>
        <p:spPr>
          <a:xfrm>
            <a:off x="705678" y="233570"/>
            <a:ext cx="10813222" cy="81192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square" lIns="0" tIns="0" rIns="0" bIns="0" anchor="ctr"/>
          <a:lstStyle/>
          <a:p>
            <a:pPr marL="0" algn="l">
              <a:lnSpc>
                <a:spcPct val="125000"/>
              </a:lnSpc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What Data Are We Collecting?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33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Technology Stack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07</a:t>
            </a:r>
            <a:endParaRPr lang="en-US" sz="1100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3)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259" y="1489200"/>
            <a:ext cx="9084758" cy="2374820"/>
          </a:xfrm>
          <a:custGeom>
            <a:avLst/>
            <a:gdLst/>
            <a:ahLst/>
            <a:cxnLst/>
            <a:rect l="l" t="t" r="r" b="b"/>
            <a:pathLst>
              <a:path w="23651" h="21699">
                <a:moveTo>
                  <a:pt x="2552" y="0"/>
                </a:moveTo>
                <a:lnTo>
                  <a:pt x="20176" y="0"/>
                </a:lnTo>
                <a:cubicBezTo>
                  <a:pt x="22095" y="0"/>
                  <a:pt x="23651" y="4835"/>
                  <a:pt x="23651" y="10800"/>
                </a:cubicBezTo>
                <a:cubicBezTo>
                  <a:pt x="23651" y="16765"/>
                  <a:pt x="22095" y="21600"/>
                  <a:pt x="20176" y="21600"/>
                </a:cubicBezTo>
                <a:lnTo>
                  <a:pt x="0" y="21699"/>
                </a:lnTo>
              </a:path>
            </a:pathLst>
          </a:custGeom>
          <a:noFill/>
          <a:ln w="317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701187" y="1795504"/>
            <a:ext cx="2666999" cy="461665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rot="0" vert="horz" wrap="square" lIns="91440" tIns="45720" rIns="91440" bIns="45720" anchor="ctr">
            <a:spAutoFit/>
          </a:bodyPr>
          <a:lstStyle/>
          <a:p>
            <a:pPr marL="0" algn="ctr"/>
            <a:r>
              <a:rPr lang="zh-CN" altLang="en-US" sz="12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Programming Language</a:t>
            </a:r>
          </a:p>
        </p:txBody>
      </p:sp>
      <p:sp>
        <p:nvSpPr>
          <p:cNvPr id="4" name="AutoShape 4"/>
          <p:cNvSpPr/>
          <p:nvPr/>
        </p:nvSpPr>
        <p:spPr>
          <a:xfrm>
            <a:off x="1701186" y="2265806"/>
            <a:ext cx="2666999" cy="16113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30000"/>
              </a:lnSpc>
            </a:pPr>
            <a:r>
              <a:rPr lang="zh-CN" altLang="en-US" sz="11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Python 3.9+ is the core language for development and integration.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39148" y="1219200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98694" y="1795504"/>
            <a:ext cx="2666999" cy="461665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rot="0" vert="horz" wrap="square" lIns="91440" tIns="45720" rIns="91440" bIns="45720" anchor="ctr">
            <a:spAutoFit/>
          </a:bodyPr>
          <a:lstStyle/>
          <a:p>
            <a:pPr marL="0" algn="ctr"/>
            <a:r>
              <a:rPr lang="zh-CN" altLang="en-US" sz="12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API Integration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4698693" y="2265806"/>
            <a:ext cx="2666999" cy="16113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30000"/>
              </a:lnSpc>
            </a:pPr>
            <a:r>
              <a:rPr lang="zh-CN" altLang="en-US" sz="11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Requests and aiohttp libraries are used for efficient API calls and asynchronous data fetching.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26000" y="1219200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96201" y="1795504"/>
            <a:ext cx="2666999" cy="461665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rot="0" vert="horz" wrap="square" lIns="91440" tIns="45720" rIns="91440" bIns="45720" anchor="ctr">
            <a:spAutoFit/>
          </a:bodyPr>
          <a:lstStyle/>
          <a:p>
            <a:pPr marL="0" algn="ctr"/>
            <a:r>
              <a:rPr lang="zh-CN" altLang="en-US" sz="12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Database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96200" y="2265806"/>
            <a:ext cx="2666999" cy="16113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30000"/>
              </a:lnSpc>
            </a:pPr>
            <a:r>
              <a:rPr lang="zh-CN" altLang="en-US" sz="11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PostgreSQL and MongoDB are used for structured and unstructured data storage.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23507" y="1219200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21731" y="4133122"/>
            <a:ext cx="2438400" cy="461665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rot="0" vert="horz" wrap="square" lIns="91440" tIns="45720" rIns="91440" bIns="45720" anchor="ctr">
            <a:spAutoFit/>
          </a:bodyPr>
          <a:lstStyle/>
          <a:p>
            <a:pPr marL="0" algn="ctr"/>
            <a:r>
              <a:rPr lang="zh-CN" altLang="en-US" sz="12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Visualization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21730" y="4603423"/>
            <a:ext cx="2438400" cy="182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30000"/>
              </a:lnSpc>
            </a:pPr>
            <a:r>
              <a:rPr lang="zh-CN" altLang="en-US" sz="11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Tableau, PowerBI, and Plotly are used for creating interactive dashboards and visualizations.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21425" y="3586979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915401" y="4133122"/>
            <a:ext cx="2438400" cy="461665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rot="0" vert="horz" wrap="square" lIns="91440" tIns="45720" rIns="91440" bIns="45720" anchor="ctr">
            <a:spAutoFit/>
          </a:bodyPr>
          <a:lstStyle/>
          <a:p>
            <a:pPr marL="0" algn="ctr"/>
            <a:r>
              <a:rPr lang="zh-CN" altLang="en-US" sz="12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Data Processing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915400" y="4603423"/>
            <a:ext cx="2438400" cy="182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30000"/>
              </a:lnSpc>
            </a:pPr>
            <a:r>
              <a:rPr lang="zh-CN" altLang="en-US" sz="11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Pandas, NumPy, and PySpark are used for data manipulation and large-scale processing.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9078" y="3586979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3878" y="4148670"/>
            <a:ext cx="2438400" cy="461665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rot="0" vert="horz" wrap="square" lIns="91440" tIns="45720" rIns="91440" bIns="45720" anchor="ctr">
            <a:spAutoFit/>
          </a:bodyPr>
          <a:lstStyle/>
          <a:p>
            <a:pPr marL="0" algn="ctr"/>
            <a:r>
              <a:rPr lang="zh-CN" altLang="en-US" sz="12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Deployment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53877" y="4618972"/>
            <a:ext cx="2438400" cy="182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30000"/>
              </a:lnSpc>
            </a:pPr>
            <a:r>
              <a:rPr lang="zh-CN" altLang="en-US" sz="11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Docker, AWS, and GCP are used for containerization and cloud deployment.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7532" y="3586979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324224" y="4133122"/>
            <a:ext cx="2438400" cy="461665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rot="0" vert="horz" wrap="square" lIns="91440" tIns="45720" rIns="91440" bIns="45720" anchor="ctr">
            <a:spAutoFit/>
          </a:bodyPr>
          <a:lstStyle/>
          <a:p>
            <a:pPr marL="0" algn="ctr"/>
            <a:r>
              <a:rPr lang="zh-CN" altLang="en-US" sz="12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Machine Learning</a:t>
            </a:r>
          </a:p>
        </p:txBody>
      </p:sp>
      <p:sp>
        <p:nvSpPr>
          <p:cNvPr id="22" name="AutoShape 22"/>
          <p:cNvSpPr/>
          <p:nvPr/>
        </p:nvSpPr>
        <p:spPr>
          <a:xfrm>
            <a:off x="3324223" y="4603423"/>
            <a:ext cx="2438400" cy="182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30000"/>
              </a:lnSpc>
            </a:pPr>
            <a:r>
              <a:rPr lang="zh-CN" altLang="en-US" sz="1100" b="0" i="0" u="none" baseline="0">
                <a:solidFill>
                  <a:schemeClr val="tx1"/>
                </a:solidFill>
                <a:latin typeface="微软雅黑"/>
                <a:ea typeface="微软雅黑"/>
              </a:rPr>
              <a:t>Scikit-learn and TensorFlow are used for building predictive models.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51886" y="3586979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6675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chemeClr val="tx1"/>
                </a:solidFill>
                <a:latin typeface="微软雅黑"/>
                <a:ea typeface="微软雅黑"/>
              </a:rPr>
              <a:t>Tools &amp; Technologies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4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7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8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API Integration Example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08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Getting Started with SportRadar API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832200"/>
            <a:ext cx="12192000" cy="3600000"/>
          </a:xfrm>
          <a:prstGeom prst="rect">
            <a:avLst/>
          </a:prstGeom>
          <a:solidFill>
            <a:srgbClr val="FFFFFF">
              <a:lumMod val="95000"/>
            </a:srgbClr>
          </a:solidFill>
          <a:ln cap="sq"/>
        </p:spPr>
        <p:txBody>
          <a:bodyPr vert="horz" wrap="square" lIns="0" tIns="0" rIns="0" bIns="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875155" y="2957649"/>
            <a:ext cx="7344000" cy="1862818"/>
          </a:xfrm>
          <a:prstGeom prst="rect">
            <a:avLst/>
          </a:prstGeom>
          <a:noFill/>
          <a:ln cap="sq"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import requests</a:t>
            </a:r>
            <a:endParaRPr lang="en-US" sz="1100"/>
          </a:p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API_KEY = "your_api_key"</a:t>
            </a:r>
          </a:p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BASE_URL = "https://api.sportradar.com/tennis/trial/v3"</a:t>
            </a:r>
          </a:p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endpoint = f"{BASE_URL}/tournaments/live"</a:t>
            </a:r>
          </a:p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headers = {"Authorization": f"Bearer {API_KEY}"}</a:t>
            </a:r>
          </a:p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response = requests.get(endpoint, headers=headers)</a:t>
            </a:r>
          </a:p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tournaments = response.json()</a:t>
            </a:r>
          </a:p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for tournament in tournaments['tournaments']:</a:t>
            </a:r>
          </a:p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print(f"{tournament['name']} - {tournament['status']}")</a:t>
            </a:r>
          </a:p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This code demonstrates how to fetch live tournaments from the SportRadar API using Python, providing a practical starting point for integration.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89381" y="2235193"/>
            <a:ext cx="635174" cy="504074"/>
            <a:chOff x="989381" y="2235193"/>
            <a:chExt cx="635174" cy="504074"/>
          </a:xfrm>
        </p:grpSpPr>
        <p:sp>
          <p:nvSpPr>
            <p:cNvPr id="6" name="Freeform 6"/>
            <p:cNvSpPr/>
            <p:nvPr/>
          </p:nvSpPr>
          <p:spPr>
            <a:xfrm>
              <a:off x="1370485" y="2235193"/>
              <a:ext cx="254070" cy="504074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noFill/>
            <a:ln w="25400" cap="sq">
              <a:solidFill>
                <a:schemeClr val="accent1"/>
              </a:solidFill>
              <a:headEnd type="oval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989381" y="2235193"/>
              <a:ext cx="254070" cy="504074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noFill/>
            <a:ln w="25400" cap="sq">
              <a:solidFill>
                <a:schemeClr val="accent1"/>
              </a:solidFill>
              <a:headEnd type="oval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475" y="3493443"/>
            <a:ext cx="2003425" cy="1589919"/>
            <a:chOff x="9515475" y="3493443"/>
            <a:chExt cx="2003425" cy="1589919"/>
          </a:xfrm>
        </p:grpSpPr>
        <p:sp>
          <p:nvSpPr>
            <p:cNvPr id="9" name="Freeform 9"/>
            <p:cNvSpPr/>
            <p:nvPr/>
          </p:nvSpPr>
          <p:spPr>
            <a:xfrm>
              <a:off x="9515475" y="3493443"/>
              <a:ext cx="801370" cy="1589919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0" y="0"/>
                  </a:moveTo>
                  <a:lnTo>
                    <a:pt x="0" y="190500"/>
                  </a:lnTo>
                  <a:lnTo>
                    <a:pt x="108680" y="190500"/>
                  </a:lnTo>
                  <a:cubicBezTo>
                    <a:pt x="107031" y="249344"/>
                    <a:pt x="58867" y="296199"/>
                    <a:pt x="0" y="296228"/>
                  </a:cubicBezTo>
                  <a:lnTo>
                    <a:pt x="0" y="377952"/>
                  </a:lnTo>
                  <a:cubicBezTo>
                    <a:pt x="104031" y="377965"/>
                    <a:pt x="188835" y="294518"/>
                    <a:pt x="190500" y="190500"/>
                  </a:cubicBezTo>
                  <a:lnTo>
                    <a:pt x="19050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FF">
                <a:alpha val="50000"/>
                <a:lumMod val="85000"/>
              </a:srgb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717530" y="3493443"/>
              <a:ext cx="801370" cy="1589919"/>
            </a:xfrm>
            <a:custGeom>
              <a:avLst/>
              <a:gdLst/>
              <a:ahLst/>
              <a:cxnLst/>
              <a:rect l="l" t="t" r="r" b="b"/>
              <a:pathLst>
                <a:path w="190500" h="377952">
                  <a:moveTo>
                    <a:pt x="0" y="0"/>
                  </a:moveTo>
                  <a:lnTo>
                    <a:pt x="0" y="190500"/>
                  </a:lnTo>
                  <a:lnTo>
                    <a:pt x="108680" y="190500"/>
                  </a:lnTo>
                  <a:cubicBezTo>
                    <a:pt x="107031" y="249344"/>
                    <a:pt x="58867" y="296199"/>
                    <a:pt x="0" y="296228"/>
                  </a:cubicBezTo>
                  <a:lnTo>
                    <a:pt x="0" y="377952"/>
                  </a:lnTo>
                  <a:cubicBezTo>
                    <a:pt x="104031" y="377965"/>
                    <a:pt x="188835" y="294518"/>
                    <a:pt x="190500" y="190500"/>
                  </a:cubicBezTo>
                  <a:lnTo>
                    <a:pt x="19050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FF">
                <a:alpha val="50000"/>
                <a:lumMod val="85000"/>
              </a:srgb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75155" y="2487230"/>
            <a:ext cx="734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Python Code Example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Data Analytics Pipeline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09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57971" y="2307957"/>
            <a:ext cx="1069230" cy="1072572"/>
          </a:xfrm>
          <a:prstGeom prst="diamond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602953" y="3890146"/>
            <a:ext cx="1069230" cy="1072572"/>
          </a:xfrm>
          <a:prstGeom prst="diamond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015701" y="2478079"/>
            <a:ext cx="1069230" cy="1072572"/>
          </a:xfrm>
          <a:prstGeom prst="diamond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429508" y="1035532"/>
            <a:ext cx="1069230" cy="1072572"/>
          </a:xfrm>
          <a:prstGeom prst="diamond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6" name="Connector 6"/>
          <p:cNvCxnSpPr/>
          <p:nvPr/>
        </p:nvCxnSpPr>
        <p:spPr>
          <a:xfrm>
            <a:off x="3871433" y="3115792"/>
            <a:ext cx="1014984" cy="1005840"/>
          </a:xfrm>
          <a:prstGeom prst="straightConnector1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  <a:tailEnd type="triangle"/>
          </a:ln>
        </p:spPr>
      </p:cxnSp>
      <p:cxnSp>
        <p:nvCxnSpPr>
          <p:cNvPr id="7" name="Connector 7"/>
          <p:cNvCxnSpPr/>
          <p:nvPr/>
        </p:nvCxnSpPr>
        <p:spPr>
          <a:xfrm flipV="1">
            <a:off x="5389337" y="3280384"/>
            <a:ext cx="877824" cy="841248"/>
          </a:xfrm>
          <a:prstGeom prst="straightConnector1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  <a:tailEnd type="triangle"/>
          </a:ln>
        </p:spPr>
      </p:cxnSp>
      <p:cxnSp>
        <p:nvCxnSpPr>
          <p:cNvPr id="8" name="Connector 8"/>
          <p:cNvCxnSpPr/>
          <p:nvPr/>
        </p:nvCxnSpPr>
        <p:spPr>
          <a:xfrm flipV="1">
            <a:off x="6833471" y="1887333"/>
            <a:ext cx="877824" cy="841248"/>
          </a:xfrm>
          <a:prstGeom prst="straightConnector1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  <a:tailEnd type="triangle"/>
          </a:ln>
        </p:spPr>
      </p:cxnSp>
      <p:sp>
        <p:nvSpPr>
          <p:cNvPr id="9" name="AutoShape 9"/>
          <p:cNvSpPr/>
          <p:nvPr/>
        </p:nvSpPr>
        <p:spPr>
          <a:xfrm>
            <a:off x="605569" y="2069761"/>
            <a:ext cx="2698209" cy="1671869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Fetch data from the SportRadar API to begin the analytics pipeline.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5569" y="1678490"/>
            <a:ext cx="2698209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Extract Phase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371532" y="2623525"/>
            <a:ext cx="442108" cy="441436"/>
          </a:xfrm>
          <a:custGeom>
            <a:avLst/>
            <a:gdLst/>
            <a:ahLst/>
            <a:cxnLst/>
            <a:rect l="l" t="t" r="r" b="b"/>
            <a:pathLst>
              <a:path w="606740" h="605821">
                <a:moveTo>
                  <a:pt x="59406" y="325182"/>
                </a:moveTo>
                <a:cubicBezTo>
                  <a:pt x="80950" y="452568"/>
                  <a:pt x="154777" y="526182"/>
                  <a:pt x="281908" y="547227"/>
                </a:cubicBezTo>
                <a:cubicBezTo>
                  <a:pt x="280329" y="566233"/>
                  <a:pt x="278565" y="585795"/>
                  <a:pt x="276800" y="605821"/>
                </a:cubicBezTo>
                <a:cubicBezTo>
                  <a:pt x="114103" y="592749"/>
                  <a:pt x="6195" y="453774"/>
                  <a:pt x="1552" y="330189"/>
                </a:cubicBezTo>
                <a:cubicBezTo>
                  <a:pt x="21053" y="328520"/>
                  <a:pt x="40555" y="326851"/>
                  <a:pt x="59406" y="325182"/>
                </a:cubicBezTo>
                <a:close/>
                <a:moveTo>
                  <a:pt x="602385" y="251442"/>
                </a:moveTo>
                <a:cubicBezTo>
                  <a:pt x="635159" y="451925"/>
                  <a:pt x="476953" y="599855"/>
                  <a:pt x="329425" y="605045"/>
                </a:cubicBezTo>
                <a:cubicBezTo>
                  <a:pt x="327846" y="585488"/>
                  <a:pt x="326082" y="566116"/>
                  <a:pt x="324318" y="546096"/>
                </a:cubicBezTo>
                <a:cubicBezTo>
                  <a:pt x="394880" y="538310"/>
                  <a:pt x="452443" y="507816"/>
                  <a:pt x="495522" y="452203"/>
                </a:cubicBezTo>
                <a:cubicBezTo>
                  <a:pt x="538880" y="396220"/>
                  <a:pt x="553457" y="332544"/>
                  <a:pt x="542965" y="261731"/>
                </a:cubicBezTo>
                <a:cubicBezTo>
                  <a:pt x="563298" y="258301"/>
                  <a:pt x="582981" y="254779"/>
                  <a:pt x="602385" y="251442"/>
                </a:cubicBezTo>
                <a:close/>
                <a:moveTo>
                  <a:pt x="303431" y="210142"/>
                </a:moveTo>
                <a:cubicBezTo>
                  <a:pt x="251346" y="210142"/>
                  <a:pt x="209010" y="252415"/>
                  <a:pt x="209010" y="304421"/>
                </a:cubicBezTo>
                <a:cubicBezTo>
                  <a:pt x="209010" y="331768"/>
                  <a:pt x="220708" y="356334"/>
                  <a:pt x="239463" y="373670"/>
                </a:cubicBezTo>
                <a:cubicBezTo>
                  <a:pt x="242248" y="349660"/>
                  <a:pt x="258217" y="329821"/>
                  <a:pt x="280035" y="321293"/>
                </a:cubicBezTo>
                <a:cubicBezTo>
                  <a:pt x="267687" y="313506"/>
                  <a:pt x="259516" y="299786"/>
                  <a:pt x="259516" y="284026"/>
                </a:cubicBezTo>
                <a:cubicBezTo>
                  <a:pt x="259516" y="259831"/>
                  <a:pt x="279199" y="240178"/>
                  <a:pt x="303431" y="240178"/>
                </a:cubicBezTo>
                <a:cubicBezTo>
                  <a:pt x="327663" y="240085"/>
                  <a:pt x="347346" y="259831"/>
                  <a:pt x="347346" y="284026"/>
                </a:cubicBezTo>
                <a:cubicBezTo>
                  <a:pt x="347346" y="299786"/>
                  <a:pt x="339083" y="313506"/>
                  <a:pt x="326827" y="321293"/>
                </a:cubicBezTo>
                <a:cubicBezTo>
                  <a:pt x="348645" y="329821"/>
                  <a:pt x="364614" y="349660"/>
                  <a:pt x="367399" y="373670"/>
                </a:cubicBezTo>
                <a:cubicBezTo>
                  <a:pt x="386154" y="356520"/>
                  <a:pt x="397852" y="331861"/>
                  <a:pt x="397852" y="304421"/>
                </a:cubicBezTo>
                <a:cubicBezTo>
                  <a:pt x="397852" y="252415"/>
                  <a:pt x="355516" y="210142"/>
                  <a:pt x="303431" y="210142"/>
                </a:cubicBezTo>
                <a:close/>
                <a:moveTo>
                  <a:pt x="285976" y="109746"/>
                </a:moveTo>
                <a:lnTo>
                  <a:pt x="320885" y="109746"/>
                </a:lnTo>
                <a:cubicBezTo>
                  <a:pt x="327942" y="109746"/>
                  <a:pt x="333791" y="115493"/>
                  <a:pt x="333791" y="122631"/>
                </a:cubicBezTo>
                <a:lnTo>
                  <a:pt x="333791" y="151647"/>
                </a:lnTo>
                <a:cubicBezTo>
                  <a:pt x="354216" y="155726"/>
                  <a:pt x="373249" y="163791"/>
                  <a:pt x="389960" y="174915"/>
                </a:cubicBezTo>
                <a:lnTo>
                  <a:pt x="410478" y="154428"/>
                </a:lnTo>
                <a:cubicBezTo>
                  <a:pt x="415492" y="149422"/>
                  <a:pt x="423662" y="149422"/>
                  <a:pt x="428675" y="154428"/>
                </a:cubicBezTo>
                <a:lnTo>
                  <a:pt x="453464" y="179087"/>
                </a:lnTo>
                <a:cubicBezTo>
                  <a:pt x="458385" y="184093"/>
                  <a:pt x="458385" y="192251"/>
                  <a:pt x="453464" y="197257"/>
                </a:cubicBezTo>
                <a:lnTo>
                  <a:pt x="432946" y="217837"/>
                </a:lnTo>
                <a:cubicBezTo>
                  <a:pt x="444087" y="234523"/>
                  <a:pt x="452072" y="253527"/>
                  <a:pt x="456157" y="273922"/>
                </a:cubicBezTo>
                <a:lnTo>
                  <a:pt x="485309" y="273922"/>
                </a:lnTo>
                <a:cubicBezTo>
                  <a:pt x="492365" y="273922"/>
                  <a:pt x="498121" y="279577"/>
                  <a:pt x="498121" y="286808"/>
                </a:cubicBezTo>
                <a:lnTo>
                  <a:pt x="498121" y="321664"/>
                </a:lnTo>
                <a:cubicBezTo>
                  <a:pt x="498121" y="328709"/>
                  <a:pt x="492458" y="334457"/>
                  <a:pt x="485309" y="334457"/>
                </a:cubicBezTo>
                <a:lnTo>
                  <a:pt x="456157" y="334457"/>
                </a:lnTo>
                <a:cubicBezTo>
                  <a:pt x="452072" y="354851"/>
                  <a:pt x="444087" y="373948"/>
                  <a:pt x="432946" y="390634"/>
                </a:cubicBezTo>
                <a:lnTo>
                  <a:pt x="453464" y="411121"/>
                </a:lnTo>
                <a:cubicBezTo>
                  <a:pt x="458385" y="416035"/>
                  <a:pt x="458385" y="424192"/>
                  <a:pt x="453464" y="429291"/>
                </a:cubicBezTo>
                <a:lnTo>
                  <a:pt x="428675" y="454042"/>
                </a:lnTo>
                <a:cubicBezTo>
                  <a:pt x="423755" y="458956"/>
                  <a:pt x="415585" y="458956"/>
                  <a:pt x="410478" y="454042"/>
                </a:cubicBezTo>
                <a:lnTo>
                  <a:pt x="389960" y="433463"/>
                </a:lnTo>
                <a:cubicBezTo>
                  <a:pt x="373249" y="444587"/>
                  <a:pt x="354216" y="452652"/>
                  <a:pt x="333791" y="456731"/>
                </a:cubicBezTo>
                <a:lnTo>
                  <a:pt x="333791" y="485932"/>
                </a:lnTo>
                <a:cubicBezTo>
                  <a:pt x="333791" y="492977"/>
                  <a:pt x="327942" y="498632"/>
                  <a:pt x="320885" y="498632"/>
                </a:cubicBezTo>
                <a:lnTo>
                  <a:pt x="285976" y="498632"/>
                </a:lnTo>
                <a:cubicBezTo>
                  <a:pt x="278920" y="498632"/>
                  <a:pt x="273071" y="492977"/>
                  <a:pt x="273071" y="485747"/>
                </a:cubicBezTo>
                <a:lnTo>
                  <a:pt x="273071" y="456731"/>
                </a:lnTo>
                <a:cubicBezTo>
                  <a:pt x="252646" y="452652"/>
                  <a:pt x="233613" y="444587"/>
                  <a:pt x="216902" y="433463"/>
                </a:cubicBezTo>
                <a:lnTo>
                  <a:pt x="196384" y="454042"/>
                </a:lnTo>
                <a:cubicBezTo>
                  <a:pt x="191370" y="458956"/>
                  <a:pt x="183200" y="458956"/>
                  <a:pt x="178187" y="454042"/>
                </a:cubicBezTo>
                <a:lnTo>
                  <a:pt x="153398" y="429291"/>
                </a:lnTo>
                <a:cubicBezTo>
                  <a:pt x="148477" y="424378"/>
                  <a:pt x="148477" y="416220"/>
                  <a:pt x="153398" y="411121"/>
                </a:cubicBezTo>
                <a:lnTo>
                  <a:pt x="173916" y="390634"/>
                </a:lnTo>
                <a:cubicBezTo>
                  <a:pt x="162775" y="373948"/>
                  <a:pt x="154790" y="354851"/>
                  <a:pt x="150705" y="334457"/>
                </a:cubicBezTo>
                <a:lnTo>
                  <a:pt x="121553" y="334457"/>
                </a:lnTo>
                <a:cubicBezTo>
                  <a:pt x="114497" y="334457"/>
                  <a:pt x="108741" y="328802"/>
                  <a:pt x="108741" y="321664"/>
                </a:cubicBezTo>
                <a:lnTo>
                  <a:pt x="108741" y="286808"/>
                </a:lnTo>
                <a:cubicBezTo>
                  <a:pt x="108741" y="279762"/>
                  <a:pt x="114404" y="273922"/>
                  <a:pt x="121553" y="273922"/>
                </a:cubicBezTo>
                <a:lnTo>
                  <a:pt x="150705" y="273922"/>
                </a:lnTo>
                <a:cubicBezTo>
                  <a:pt x="154790" y="253527"/>
                  <a:pt x="162775" y="234523"/>
                  <a:pt x="173916" y="217837"/>
                </a:cubicBezTo>
                <a:lnTo>
                  <a:pt x="153398" y="197257"/>
                </a:lnTo>
                <a:cubicBezTo>
                  <a:pt x="148292" y="192343"/>
                  <a:pt x="148477" y="184186"/>
                  <a:pt x="153398" y="179087"/>
                </a:cubicBezTo>
                <a:lnTo>
                  <a:pt x="178187" y="154428"/>
                </a:lnTo>
                <a:cubicBezTo>
                  <a:pt x="183107" y="149422"/>
                  <a:pt x="191277" y="149422"/>
                  <a:pt x="196384" y="154428"/>
                </a:cubicBezTo>
                <a:lnTo>
                  <a:pt x="216902" y="174915"/>
                </a:lnTo>
                <a:cubicBezTo>
                  <a:pt x="233613" y="163698"/>
                  <a:pt x="252646" y="155726"/>
                  <a:pt x="273071" y="151647"/>
                </a:cubicBezTo>
                <a:lnTo>
                  <a:pt x="273071" y="122631"/>
                </a:lnTo>
                <a:cubicBezTo>
                  <a:pt x="273071" y="115586"/>
                  <a:pt x="278828" y="109746"/>
                  <a:pt x="285976" y="109746"/>
                </a:cubicBezTo>
                <a:close/>
                <a:moveTo>
                  <a:pt x="477610" y="55270"/>
                </a:moveTo>
                <a:cubicBezTo>
                  <a:pt x="529689" y="92619"/>
                  <a:pt x="566451" y="140349"/>
                  <a:pt x="589009" y="200127"/>
                </a:cubicBezTo>
                <a:cubicBezTo>
                  <a:pt x="569422" y="207263"/>
                  <a:pt x="550855" y="213936"/>
                  <a:pt x="531917" y="220887"/>
                </a:cubicBezTo>
                <a:cubicBezTo>
                  <a:pt x="522820" y="197068"/>
                  <a:pt x="511123" y="175567"/>
                  <a:pt x="495898" y="155919"/>
                </a:cubicBezTo>
                <a:cubicBezTo>
                  <a:pt x="480860" y="136364"/>
                  <a:pt x="462850" y="119682"/>
                  <a:pt x="442798" y="104853"/>
                </a:cubicBezTo>
                <a:cubicBezTo>
                  <a:pt x="454588" y="88078"/>
                  <a:pt x="466006" y="71859"/>
                  <a:pt x="477610" y="55270"/>
                </a:cubicBezTo>
                <a:close/>
                <a:moveTo>
                  <a:pt x="287505" y="284"/>
                </a:moveTo>
                <a:cubicBezTo>
                  <a:pt x="334882" y="-1837"/>
                  <a:pt x="383093" y="7920"/>
                  <a:pt x="431931" y="28455"/>
                </a:cubicBezTo>
                <a:cubicBezTo>
                  <a:pt x="423018" y="47460"/>
                  <a:pt x="414754" y="65445"/>
                  <a:pt x="406305" y="83337"/>
                </a:cubicBezTo>
                <a:cubicBezTo>
                  <a:pt x="242241" y="9635"/>
                  <a:pt x="71215" y="128208"/>
                  <a:pt x="60444" y="282843"/>
                </a:cubicBezTo>
                <a:cubicBezTo>
                  <a:pt x="40760" y="281082"/>
                  <a:pt x="20891" y="279413"/>
                  <a:pt x="0" y="277559"/>
                </a:cubicBezTo>
                <a:cubicBezTo>
                  <a:pt x="12256" y="175210"/>
                  <a:pt x="60073" y="95667"/>
                  <a:pt x="148093" y="43381"/>
                </a:cubicBezTo>
                <a:cubicBezTo>
                  <a:pt x="193589" y="16403"/>
                  <a:pt x="240129" y="2404"/>
                  <a:pt x="287505" y="28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6329262" y="2763167"/>
            <a:ext cx="442108" cy="441436"/>
          </a:xfrm>
          <a:custGeom>
            <a:avLst/>
            <a:gdLst/>
            <a:ahLst/>
            <a:cxnLst/>
            <a:rect l="l" t="t" r="r" b="b"/>
            <a:pathLst>
              <a:path w="606740" h="605821">
                <a:moveTo>
                  <a:pt x="59406" y="325182"/>
                </a:moveTo>
                <a:cubicBezTo>
                  <a:pt x="80950" y="452568"/>
                  <a:pt x="154777" y="526182"/>
                  <a:pt x="281908" y="547227"/>
                </a:cubicBezTo>
                <a:cubicBezTo>
                  <a:pt x="280329" y="566233"/>
                  <a:pt x="278565" y="585795"/>
                  <a:pt x="276800" y="605821"/>
                </a:cubicBezTo>
                <a:cubicBezTo>
                  <a:pt x="114103" y="592749"/>
                  <a:pt x="6195" y="453774"/>
                  <a:pt x="1552" y="330189"/>
                </a:cubicBezTo>
                <a:cubicBezTo>
                  <a:pt x="21053" y="328520"/>
                  <a:pt x="40555" y="326851"/>
                  <a:pt x="59406" y="325182"/>
                </a:cubicBezTo>
                <a:close/>
                <a:moveTo>
                  <a:pt x="602385" y="251442"/>
                </a:moveTo>
                <a:cubicBezTo>
                  <a:pt x="635159" y="451925"/>
                  <a:pt x="476953" y="599855"/>
                  <a:pt x="329425" y="605045"/>
                </a:cubicBezTo>
                <a:cubicBezTo>
                  <a:pt x="327846" y="585488"/>
                  <a:pt x="326082" y="566116"/>
                  <a:pt x="324318" y="546096"/>
                </a:cubicBezTo>
                <a:cubicBezTo>
                  <a:pt x="394880" y="538310"/>
                  <a:pt x="452443" y="507816"/>
                  <a:pt x="495522" y="452203"/>
                </a:cubicBezTo>
                <a:cubicBezTo>
                  <a:pt x="538880" y="396220"/>
                  <a:pt x="553457" y="332544"/>
                  <a:pt x="542965" y="261731"/>
                </a:cubicBezTo>
                <a:cubicBezTo>
                  <a:pt x="563298" y="258301"/>
                  <a:pt x="582981" y="254779"/>
                  <a:pt x="602385" y="251442"/>
                </a:cubicBezTo>
                <a:close/>
                <a:moveTo>
                  <a:pt x="303431" y="210142"/>
                </a:moveTo>
                <a:cubicBezTo>
                  <a:pt x="251346" y="210142"/>
                  <a:pt x="209010" y="252415"/>
                  <a:pt x="209010" y="304421"/>
                </a:cubicBezTo>
                <a:cubicBezTo>
                  <a:pt x="209010" y="331768"/>
                  <a:pt x="220708" y="356334"/>
                  <a:pt x="239463" y="373670"/>
                </a:cubicBezTo>
                <a:cubicBezTo>
                  <a:pt x="242248" y="349660"/>
                  <a:pt x="258217" y="329821"/>
                  <a:pt x="280035" y="321293"/>
                </a:cubicBezTo>
                <a:cubicBezTo>
                  <a:pt x="267687" y="313506"/>
                  <a:pt x="259516" y="299786"/>
                  <a:pt x="259516" y="284026"/>
                </a:cubicBezTo>
                <a:cubicBezTo>
                  <a:pt x="259516" y="259831"/>
                  <a:pt x="279199" y="240178"/>
                  <a:pt x="303431" y="240178"/>
                </a:cubicBezTo>
                <a:cubicBezTo>
                  <a:pt x="327663" y="240085"/>
                  <a:pt x="347346" y="259831"/>
                  <a:pt x="347346" y="284026"/>
                </a:cubicBezTo>
                <a:cubicBezTo>
                  <a:pt x="347346" y="299786"/>
                  <a:pt x="339083" y="313506"/>
                  <a:pt x="326827" y="321293"/>
                </a:cubicBezTo>
                <a:cubicBezTo>
                  <a:pt x="348645" y="329821"/>
                  <a:pt x="364614" y="349660"/>
                  <a:pt x="367399" y="373670"/>
                </a:cubicBezTo>
                <a:cubicBezTo>
                  <a:pt x="386154" y="356520"/>
                  <a:pt x="397852" y="331861"/>
                  <a:pt x="397852" y="304421"/>
                </a:cubicBezTo>
                <a:cubicBezTo>
                  <a:pt x="397852" y="252415"/>
                  <a:pt x="355516" y="210142"/>
                  <a:pt x="303431" y="210142"/>
                </a:cubicBezTo>
                <a:close/>
                <a:moveTo>
                  <a:pt x="285976" y="109746"/>
                </a:moveTo>
                <a:lnTo>
                  <a:pt x="320885" y="109746"/>
                </a:lnTo>
                <a:cubicBezTo>
                  <a:pt x="327942" y="109746"/>
                  <a:pt x="333791" y="115493"/>
                  <a:pt x="333791" y="122631"/>
                </a:cubicBezTo>
                <a:lnTo>
                  <a:pt x="333791" y="151647"/>
                </a:lnTo>
                <a:cubicBezTo>
                  <a:pt x="354216" y="155726"/>
                  <a:pt x="373249" y="163791"/>
                  <a:pt x="389960" y="174915"/>
                </a:cubicBezTo>
                <a:lnTo>
                  <a:pt x="410478" y="154428"/>
                </a:lnTo>
                <a:cubicBezTo>
                  <a:pt x="415492" y="149422"/>
                  <a:pt x="423662" y="149422"/>
                  <a:pt x="428675" y="154428"/>
                </a:cubicBezTo>
                <a:lnTo>
                  <a:pt x="453464" y="179087"/>
                </a:lnTo>
                <a:cubicBezTo>
                  <a:pt x="458385" y="184093"/>
                  <a:pt x="458385" y="192251"/>
                  <a:pt x="453464" y="197257"/>
                </a:cubicBezTo>
                <a:lnTo>
                  <a:pt x="432946" y="217837"/>
                </a:lnTo>
                <a:cubicBezTo>
                  <a:pt x="444087" y="234523"/>
                  <a:pt x="452072" y="253527"/>
                  <a:pt x="456157" y="273922"/>
                </a:cubicBezTo>
                <a:lnTo>
                  <a:pt x="485309" y="273922"/>
                </a:lnTo>
                <a:cubicBezTo>
                  <a:pt x="492365" y="273922"/>
                  <a:pt x="498121" y="279577"/>
                  <a:pt x="498121" y="286808"/>
                </a:cubicBezTo>
                <a:lnTo>
                  <a:pt x="498121" y="321664"/>
                </a:lnTo>
                <a:cubicBezTo>
                  <a:pt x="498121" y="328709"/>
                  <a:pt x="492458" y="334457"/>
                  <a:pt x="485309" y="334457"/>
                </a:cubicBezTo>
                <a:lnTo>
                  <a:pt x="456157" y="334457"/>
                </a:lnTo>
                <a:cubicBezTo>
                  <a:pt x="452072" y="354851"/>
                  <a:pt x="444087" y="373948"/>
                  <a:pt x="432946" y="390634"/>
                </a:cubicBezTo>
                <a:lnTo>
                  <a:pt x="453464" y="411121"/>
                </a:lnTo>
                <a:cubicBezTo>
                  <a:pt x="458385" y="416035"/>
                  <a:pt x="458385" y="424192"/>
                  <a:pt x="453464" y="429291"/>
                </a:cubicBezTo>
                <a:lnTo>
                  <a:pt x="428675" y="454042"/>
                </a:lnTo>
                <a:cubicBezTo>
                  <a:pt x="423755" y="458956"/>
                  <a:pt x="415585" y="458956"/>
                  <a:pt x="410478" y="454042"/>
                </a:cubicBezTo>
                <a:lnTo>
                  <a:pt x="389960" y="433463"/>
                </a:lnTo>
                <a:cubicBezTo>
                  <a:pt x="373249" y="444587"/>
                  <a:pt x="354216" y="452652"/>
                  <a:pt x="333791" y="456731"/>
                </a:cubicBezTo>
                <a:lnTo>
                  <a:pt x="333791" y="485932"/>
                </a:lnTo>
                <a:cubicBezTo>
                  <a:pt x="333791" y="492977"/>
                  <a:pt x="327942" y="498632"/>
                  <a:pt x="320885" y="498632"/>
                </a:cubicBezTo>
                <a:lnTo>
                  <a:pt x="285976" y="498632"/>
                </a:lnTo>
                <a:cubicBezTo>
                  <a:pt x="278920" y="498632"/>
                  <a:pt x="273071" y="492977"/>
                  <a:pt x="273071" y="485747"/>
                </a:cubicBezTo>
                <a:lnTo>
                  <a:pt x="273071" y="456731"/>
                </a:lnTo>
                <a:cubicBezTo>
                  <a:pt x="252646" y="452652"/>
                  <a:pt x="233613" y="444587"/>
                  <a:pt x="216902" y="433463"/>
                </a:cubicBezTo>
                <a:lnTo>
                  <a:pt x="196384" y="454042"/>
                </a:lnTo>
                <a:cubicBezTo>
                  <a:pt x="191370" y="458956"/>
                  <a:pt x="183200" y="458956"/>
                  <a:pt x="178187" y="454042"/>
                </a:cubicBezTo>
                <a:lnTo>
                  <a:pt x="153398" y="429291"/>
                </a:lnTo>
                <a:cubicBezTo>
                  <a:pt x="148477" y="424378"/>
                  <a:pt x="148477" y="416220"/>
                  <a:pt x="153398" y="411121"/>
                </a:cubicBezTo>
                <a:lnTo>
                  <a:pt x="173916" y="390634"/>
                </a:lnTo>
                <a:cubicBezTo>
                  <a:pt x="162775" y="373948"/>
                  <a:pt x="154790" y="354851"/>
                  <a:pt x="150705" y="334457"/>
                </a:cubicBezTo>
                <a:lnTo>
                  <a:pt x="121553" y="334457"/>
                </a:lnTo>
                <a:cubicBezTo>
                  <a:pt x="114497" y="334457"/>
                  <a:pt x="108741" y="328802"/>
                  <a:pt x="108741" y="321664"/>
                </a:cubicBezTo>
                <a:lnTo>
                  <a:pt x="108741" y="286808"/>
                </a:lnTo>
                <a:cubicBezTo>
                  <a:pt x="108741" y="279762"/>
                  <a:pt x="114404" y="273922"/>
                  <a:pt x="121553" y="273922"/>
                </a:cubicBezTo>
                <a:lnTo>
                  <a:pt x="150705" y="273922"/>
                </a:lnTo>
                <a:cubicBezTo>
                  <a:pt x="154790" y="253527"/>
                  <a:pt x="162775" y="234523"/>
                  <a:pt x="173916" y="217837"/>
                </a:cubicBezTo>
                <a:lnTo>
                  <a:pt x="153398" y="197257"/>
                </a:lnTo>
                <a:cubicBezTo>
                  <a:pt x="148292" y="192343"/>
                  <a:pt x="148477" y="184186"/>
                  <a:pt x="153398" y="179087"/>
                </a:cubicBezTo>
                <a:lnTo>
                  <a:pt x="178187" y="154428"/>
                </a:lnTo>
                <a:cubicBezTo>
                  <a:pt x="183107" y="149422"/>
                  <a:pt x="191277" y="149422"/>
                  <a:pt x="196384" y="154428"/>
                </a:cubicBezTo>
                <a:lnTo>
                  <a:pt x="216902" y="174915"/>
                </a:lnTo>
                <a:cubicBezTo>
                  <a:pt x="233613" y="163698"/>
                  <a:pt x="252646" y="155726"/>
                  <a:pt x="273071" y="151647"/>
                </a:cubicBezTo>
                <a:lnTo>
                  <a:pt x="273071" y="122631"/>
                </a:lnTo>
                <a:cubicBezTo>
                  <a:pt x="273071" y="115586"/>
                  <a:pt x="278828" y="109746"/>
                  <a:pt x="285976" y="109746"/>
                </a:cubicBezTo>
                <a:close/>
                <a:moveTo>
                  <a:pt x="477610" y="55270"/>
                </a:moveTo>
                <a:cubicBezTo>
                  <a:pt x="529689" y="92619"/>
                  <a:pt x="566451" y="140349"/>
                  <a:pt x="589009" y="200127"/>
                </a:cubicBezTo>
                <a:cubicBezTo>
                  <a:pt x="569422" y="207263"/>
                  <a:pt x="550855" y="213936"/>
                  <a:pt x="531917" y="220887"/>
                </a:cubicBezTo>
                <a:cubicBezTo>
                  <a:pt x="522820" y="197068"/>
                  <a:pt x="511123" y="175567"/>
                  <a:pt x="495898" y="155919"/>
                </a:cubicBezTo>
                <a:cubicBezTo>
                  <a:pt x="480860" y="136364"/>
                  <a:pt x="462850" y="119682"/>
                  <a:pt x="442798" y="104853"/>
                </a:cubicBezTo>
                <a:cubicBezTo>
                  <a:pt x="454588" y="88078"/>
                  <a:pt x="466006" y="71859"/>
                  <a:pt x="477610" y="55270"/>
                </a:cubicBezTo>
                <a:close/>
                <a:moveTo>
                  <a:pt x="287505" y="284"/>
                </a:moveTo>
                <a:cubicBezTo>
                  <a:pt x="334882" y="-1837"/>
                  <a:pt x="383093" y="7920"/>
                  <a:pt x="431931" y="28455"/>
                </a:cubicBezTo>
                <a:cubicBezTo>
                  <a:pt x="423018" y="47460"/>
                  <a:pt x="414754" y="65445"/>
                  <a:pt x="406305" y="83337"/>
                </a:cubicBezTo>
                <a:cubicBezTo>
                  <a:pt x="242241" y="9635"/>
                  <a:pt x="71215" y="128208"/>
                  <a:pt x="60444" y="282843"/>
                </a:cubicBezTo>
                <a:cubicBezTo>
                  <a:pt x="40760" y="281082"/>
                  <a:pt x="20891" y="279413"/>
                  <a:pt x="0" y="277559"/>
                </a:cubicBezTo>
                <a:cubicBezTo>
                  <a:pt x="12256" y="175210"/>
                  <a:pt x="60073" y="95667"/>
                  <a:pt x="148093" y="43381"/>
                </a:cubicBezTo>
                <a:cubicBezTo>
                  <a:pt x="193589" y="16403"/>
                  <a:pt x="240129" y="2404"/>
                  <a:pt x="287505" y="28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4916514" y="4175234"/>
            <a:ext cx="442108" cy="441436"/>
          </a:xfrm>
          <a:custGeom>
            <a:avLst/>
            <a:gdLst/>
            <a:ahLst/>
            <a:cxnLst/>
            <a:rect l="l" t="t" r="r" b="b"/>
            <a:pathLst>
              <a:path w="606740" h="605821">
                <a:moveTo>
                  <a:pt x="59406" y="325182"/>
                </a:moveTo>
                <a:cubicBezTo>
                  <a:pt x="80950" y="452568"/>
                  <a:pt x="154777" y="526182"/>
                  <a:pt x="281908" y="547227"/>
                </a:cubicBezTo>
                <a:cubicBezTo>
                  <a:pt x="280329" y="566233"/>
                  <a:pt x="278565" y="585795"/>
                  <a:pt x="276800" y="605821"/>
                </a:cubicBezTo>
                <a:cubicBezTo>
                  <a:pt x="114103" y="592749"/>
                  <a:pt x="6195" y="453774"/>
                  <a:pt x="1552" y="330189"/>
                </a:cubicBezTo>
                <a:cubicBezTo>
                  <a:pt x="21053" y="328520"/>
                  <a:pt x="40555" y="326851"/>
                  <a:pt x="59406" y="325182"/>
                </a:cubicBezTo>
                <a:close/>
                <a:moveTo>
                  <a:pt x="602385" y="251442"/>
                </a:moveTo>
                <a:cubicBezTo>
                  <a:pt x="635159" y="451925"/>
                  <a:pt x="476953" y="599855"/>
                  <a:pt x="329425" y="605045"/>
                </a:cubicBezTo>
                <a:cubicBezTo>
                  <a:pt x="327846" y="585488"/>
                  <a:pt x="326082" y="566116"/>
                  <a:pt x="324318" y="546096"/>
                </a:cubicBezTo>
                <a:cubicBezTo>
                  <a:pt x="394880" y="538310"/>
                  <a:pt x="452443" y="507816"/>
                  <a:pt x="495522" y="452203"/>
                </a:cubicBezTo>
                <a:cubicBezTo>
                  <a:pt x="538880" y="396220"/>
                  <a:pt x="553457" y="332544"/>
                  <a:pt x="542965" y="261731"/>
                </a:cubicBezTo>
                <a:cubicBezTo>
                  <a:pt x="563298" y="258301"/>
                  <a:pt x="582981" y="254779"/>
                  <a:pt x="602385" y="251442"/>
                </a:cubicBezTo>
                <a:close/>
                <a:moveTo>
                  <a:pt x="303431" y="210142"/>
                </a:moveTo>
                <a:cubicBezTo>
                  <a:pt x="251346" y="210142"/>
                  <a:pt x="209010" y="252415"/>
                  <a:pt x="209010" y="304421"/>
                </a:cubicBezTo>
                <a:cubicBezTo>
                  <a:pt x="209010" y="331768"/>
                  <a:pt x="220708" y="356334"/>
                  <a:pt x="239463" y="373670"/>
                </a:cubicBezTo>
                <a:cubicBezTo>
                  <a:pt x="242248" y="349660"/>
                  <a:pt x="258217" y="329821"/>
                  <a:pt x="280035" y="321293"/>
                </a:cubicBezTo>
                <a:cubicBezTo>
                  <a:pt x="267687" y="313506"/>
                  <a:pt x="259516" y="299786"/>
                  <a:pt x="259516" y="284026"/>
                </a:cubicBezTo>
                <a:cubicBezTo>
                  <a:pt x="259516" y="259831"/>
                  <a:pt x="279199" y="240178"/>
                  <a:pt x="303431" y="240178"/>
                </a:cubicBezTo>
                <a:cubicBezTo>
                  <a:pt x="327663" y="240085"/>
                  <a:pt x="347346" y="259831"/>
                  <a:pt x="347346" y="284026"/>
                </a:cubicBezTo>
                <a:cubicBezTo>
                  <a:pt x="347346" y="299786"/>
                  <a:pt x="339083" y="313506"/>
                  <a:pt x="326827" y="321293"/>
                </a:cubicBezTo>
                <a:cubicBezTo>
                  <a:pt x="348645" y="329821"/>
                  <a:pt x="364614" y="349660"/>
                  <a:pt x="367399" y="373670"/>
                </a:cubicBezTo>
                <a:cubicBezTo>
                  <a:pt x="386154" y="356520"/>
                  <a:pt x="397852" y="331861"/>
                  <a:pt x="397852" y="304421"/>
                </a:cubicBezTo>
                <a:cubicBezTo>
                  <a:pt x="397852" y="252415"/>
                  <a:pt x="355516" y="210142"/>
                  <a:pt x="303431" y="210142"/>
                </a:cubicBezTo>
                <a:close/>
                <a:moveTo>
                  <a:pt x="285976" y="109746"/>
                </a:moveTo>
                <a:lnTo>
                  <a:pt x="320885" y="109746"/>
                </a:lnTo>
                <a:cubicBezTo>
                  <a:pt x="327942" y="109746"/>
                  <a:pt x="333791" y="115493"/>
                  <a:pt x="333791" y="122631"/>
                </a:cubicBezTo>
                <a:lnTo>
                  <a:pt x="333791" y="151647"/>
                </a:lnTo>
                <a:cubicBezTo>
                  <a:pt x="354216" y="155726"/>
                  <a:pt x="373249" y="163791"/>
                  <a:pt x="389960" y="174915"/>
                </a:cubicBezTo>
                <a:lnTo>
                  <a:pt x="410478" y="154428"/>
                </a:lnTo>
                <a:cubicBezTo>
                  <a:pt x="415492" y="149422"/>
                  <a:pt x="423662" y="149422"/>
                  <a:pt x="428675" y="154428"/>
                </a:cubicBezTo>
                <a:lnTo>
                  <a:pt x="453464" y="179087"/>
                </a:lnTo>
                <a:cubicBezTo>
                  <a:pt x="458385" y="184093"/>
                  <a:pt x="458385" y="192251"/>
                  <a:pt x="453464" y="197257"/>
                </a:cubicBezTo>
                <a:lnTo>
                  <a:pt x="432946" y="217837"/>
                </a:lnTo>
                <a:cubicBezTo>
                  <a:pt x="444087" y="234523"/>
                  <a:pt x="452072" y="253527"/>
                  <a:pt x="456157" y="273922"/>
                </a:cubicBezTo>
                <a:lnTo>
                  <a:pt x="485309" y="273922"/>
                </a:lnTo>
                <a:cubicBezTo>
                  <a:pt x="492365" y="273922"/>
                  <a:pt x="498121" y="279577"/>
                  <a:pt x="498121" y="286808"/>
                </a:cubicBezTo>
                <a:lnTo>
                  <a:pt x="498121" y="321664"/>
                </a:lnTo>
                <a:cubicBezTo>
                  <a:pt x="498121" y="328709"/>
                  <a:pt x="492458" y="334457"/>
                  <a:pt x="485309" y="334457"/>
                </a:cubicBezTo>
                <a:lnTo>
                  <a:pt x="456157" y="334457"/>
                </a:lnTo>
                <a:cubicBezTo>
                  <a:pt x="452072" y="354851"/>
                  <a:pt x="444087" y="373948"/>
                  <a:pt x="432946" y="390634"/>
                </a:cubicBezTo>
                <a:lnTo>
                  <a:pt x="453464" y="411121"/>
                </a:lnTo>
                <a:cubicBezTo>
                  <a:pt x="458385" y="416035"/>
                  <a:pt x="458385" y="424192"/>
                  <a:pt x="453464" y="429291"/>
                </a:cubicBezTo>
                <a:lnTo>
                  <a:pt x="428675" y="454042"/>
                </a:lnTo>
                <a:cubicBezTo>
                  <a:pt x="423755" y="458956"/>
                  <a:pt x="415585" y="458956"/>
                  <a:pt x="410478" y="454042"/>
                </a:cubicBezTo>
                <a:lnTo>
                  <a:pt x="389960" y="433463"/>
                </a:lnTo>
                <a:cubicBezTo>
                  <a:pt x="373249" y="444587"/>
                  <a:pt x="354216" y="452652"/>
                  <a:pt x="333791" y="456731"/>
                </a:cubicBezTo>
                <a:lnTo>
                  <a:pt x="333791" y="485932"/>
                </a:lnTo>
                <a:cubicBezTo>
                  <a:pt x="333791" y="492977"/>
                  <a:pt x="327942" y="498632"/>
                  <a:pt x="320885" y="498632"/>
                </a:cubicBezTo>
                <a:lnTo>
                  <a:pt x="285976" y="498632"/>
                </a:lnTo>
                <a:cubicBezTo>
                  <a:pt x="278920" y="498632"/>
                  <a:pt x="273071" y="492977"/>
                  <a:pt x="273071" y="485747"/>
                </a:cubicBezTo>
                <a:lnTo>
                  <a:pt x="273071" y="456731"/>
                </a:lnTo>
                <a:cubicBezTo>
                  <a:pt x="252646" y="452652"/>
                  <a:pt x="233613" y="444587"/>
                  <a:pt x="216902" y="433463"/>
                </a:cubicBezTo>
                <a:lnTo>
                  <a:pt x="196384" y="454042"/>
                </a:lnTo>
                <a:cubicBezTo>
                  <a:pt x="191370" y="458956"/>
                  <a:pt x="183200" y="458956"/>
                  <a:pt x="178187" y="454042"/>
                </a:cubicBezTo>
                <a:lnTo>
                  <a:pt x="153398" y="429291"/>
                </a:lnTo>
                <a:cubicBezTo>
                  <a:pt x="148477" y="424378"/>
                  <a:pt x="148477" y="416220"/>
                  <a:pt x="153398" y="411121"/>
                </a:cubicBezTo>
                <a:lnTo>
                  <a:pt x="173916" y="390634"/>
                </a:lnTo>
                <a:cubicBezTo>
                  <a:pt x="162775" y="373948"/>
                  <a:pt x="154790" y="354851"/>
                  <a:pt x="150705" y="334457"/>
                </a:cubicBezTo>
                <a:lnTo>
                  <a:pt x="121553" y="334457"/>
                </a:lnTo>
                <a:cubicBezTo>
                  <a:pt x="114497" y="334457"/>
                  <a:pt x="108741" y="328802"/>
                  <a:pt x="108741" y="321664"/>
                </a:cubicBezTo>
                <a:lnTo>
                  <a:pt x="108741" y="286808"/>
                </a:lnTo>
                <a:cubicBezTo>
                  <a:pt x="108741" y="279762"/>
                  <a:pt x="114404" y="273922"/>
                  <a:pt x="121553" y="273922"/>
                </a:cubicBezTo>
                <a:lnTo>
                  <a:pt x="150705" y="273922"/>
                </a:lnTo>
                <a:cubicBezTo>
                  <a:pt x="154790" y="253527"/>
                  <a:pt x="162775" y="234523"/>
                  <a:pt x="173916" y="217837"/>
                </a:cubicBezTo>
                <a:lnTo>
                  <a:pt x="153398" y="197257"/>
                </a:lnTo>
                <a:cubicBezTo>
                  <a:pt x="148292" y="192343"/>
                  <a:pt x="148477" y="184186"/>
                  <a:pt x="153398" y="179087"/>
                </a:cubicBezTo>
                <a:lnTo>
                  <a:pt x="178187" y="154428"/>
                </a:lnTo>
                <a:cubicBezTo>
                  <a:pt x="183107" y="149422"/>
                  <a:pt x="191277" y="149422"/>
                  <a:pt x="196384" y="154428"/>
                </a:cubicBezTo>
                <a:lnTo>
                  <a:pt x="216902" y="174915"/>
                </a:lnTo>
                <a:cubicBezTo>
                  <a:pt x="233613" y="163698"/>
                  <a:pt x="252646" y="155726"/>
                  <a:pt x="273071" y="151647"/>
                </a:cubicBezTo>
                <a:lnTo>
                  <a:pt x="273071" y="122631"/>
                </a:lnTo>
                <a:cubicBezTo>
                  <a:pt x="273071" y="115586"/>
                  <a:pt x="278828" y="109746"/>
                  <a:pt x="285976" y="109746"/>
                </a:cubicBezTo>
                <a:close/>
                <a:moveTo>
                  <a:pt x="477610" y="55270"/>
                </a:moveTo>
                <a:cubicBezTo>
                  <a:pt x="529689" y="92619"/>
                  <a:pt x="566451" y="140349"/>
                  <a:pt x="589009" y="200127"/>
                </a:cubicBezTo>
                <a:cubicBezTo>
                  <a:pt x="569422" y="207263"/>
                  <a:pt x="550855" y="213936"/>
                  <a:pt x="531917" y="220887"/>
                </a:cubicBezTo>
                <a:cubicBezTo>
                  <a:pt x="522820" y="197068"/>
                  <a:pt x="511123" y="175567"/>
                  <a:pt x="495898" y="155919"/>
                </a:cubicBezTo>
                <a:cubicBezTo>
                  <a:pt x="480860" y="136364"/>
                  <a:pt x="462850" y="119682"/>
                  <a:pt x="442798" y="104853"/>
                </a:cubicBezTo>
                <a:cubicBezTo>
                  <a:pt x="454588" y="88078"/>
                  <a:pt x="466006" y="71859"/>
                  <a:pt x="477610" y="55270"/>
                </a:cubicBezTo>
                <a:close/>
                <a:moveTo>
                  <a:pt x="287505" y="284"/>
                </a:moveTo>
                <a:cubicBezTo>
                  <a:pt x="334882" y="-1837"/>
                  <a:pt x="383093" y="7920"/>
                  <a:pt x="431931" y="28455"/>
                </a:cubicBezTo>
                <a:cubicBezTo>
                  <a:pt x="423018" y="47460"/>
                  <a:pt x="414754" y="65445"/>
                  <a:pt x="406305" y="83337"/>
                </a:cubicBezTo>
                <a:cubicBezTo>
                  <a:pt x="242241" y="9635"/>
                  <a:pt x="71215" y="128208"/>
                  <a:pt x="60444" y="282843"/>
                </a:cubicBezTo>
                <a:cubicBezTo>
                  <a:pt x="40760" y="281082"/>
                  <a:pt x="20891" y="279413"/>
                  <a:pt x="0" y="277559"/>
                </a:cubicBezTo>
                <a:cubicBezTo>
                  <a:pt x="12256" y="175210"/>
                  <a:pt x="60073" y="95667"/>
                  <a:pt x="148093" y="43381"/>
                </a:cubicBezTo>
                <a:cubicBezTo>
                  <a:pt x="193589" y="16403"/>
                  <a:pt x="240129" y="2404"/>
                  <a:pt x="287505" y="28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743069" y="1351100"/>
            <a:ext cx="442108" cy="441436"/>
          </a:xfrm>
          <a:custGeom>
            <a:avLst/>
            <a:gdLst/>
            <a:ahLst/>
            <a:cxnLst/>
            <a:rect l="l" t="t" r="r" b="b"/>
            <a:pathLst>
              <a:path w="606740" h="605821">
                <a:moveTo>
                  <a:pt x="59406" y="325182"/>
                </a:moveTo>
                <a:cubicBezTo>
                  <a:pt x="80950" y="452568"/>
                  <a:pt x="154777" y="526182"/>
                  <a:pt x="281908" y="547227"/>
                </a:cubicBezTo>
                <a:cubicBezTo>
                  <a:pt x="280329" y="566233"/>
                  <a:pt x="278565" y="585795"/>
                  <a:pt x="276800" y="605821"/>
                </a:cubicBezTo>
                <a:cubicBezTo>
                  <a:pt x="114103" y="592749"/>
                  <a:pt x="6195" y="453774"/>
                  <a:pt x="1552" y="330189"/>
                </a:cubicBezTo>
                <a:cubicBezTo>
                  <a:pt x="21053" y="328520"/>
                  <a:pt x="40555" y="326851"/>
                  <a:pt x="59406" y="325182"/>
                </a:cubicBezTo>
                <a:close/>
                <a:moveTo>
                  <a:pt x="602385" y="251442"/>
                </a:moveTo>
                <a:cubicBezTo>
                  <a:pt x="635159" y="451925"/>
                  <a:pt x="476953" y="599855"/>
                  <a:pt x="329425" y="605045"/>
                </a:cubicBezTo>
                <a:cubicBezTo>
                  <a:pt x="327846" y="585488"/>
                  <a:pt x="326082" y="566116"/>
                  <a:pt x="324318" y="546096"/>
                </a:cubicBezTo>
                <a:cubicBezTo>
                  <a:pt x="394880" y="538310"/>
                  <a:pt x="452443" y="507816"/>
                  <a:pt x="495522" y="452203"/>
                </a:cubicBezTo>
                <a:cubicBezTo>
                  <a:pt x="538880" y="396220"/>
                  <a:pt x="553457" y="332544"/>
                  <a:pt x="542965" y="261731"/>
                </a:cubicBezTo>
                <a:cubicBezTo>
                  <a:pt x="563298" y="258301"/>
                  <a:pt x="582981" y="254779"/>
                  <a:pt x="602385" y="251442"/>
                </a:cubicBezTo>
                <a:close/>
                <a:moveTo>
                  <a:pt x="303431" y="210142"/>
                </a:moveTo>
                <a:cubicBezTo>
                  <a:pt x="251346" y="210142"/>
                  <a:pt x="209010" y="252415"/>
                  <a:pt x="209010" y="304421"/>
                </a:cubicBezTo>
                <a:cubicBezTo>
                  <a:pt x="209010" y="331768"/>
                  <a:pt x="220708" y="356334"/>
                  <a:pt x="239463" y="373670"/>
                </a:cubicBezTo>
                <a:cubicBezTo>
                  <a:pt x="242248" y="349660"/>
                  <a:pt x="258217" y="329821"/>
                  <a:pt x="280035" y="321293"/>
                </a:cubicBezTo>
                <a:cubicBezTo>
                  <a:pt x="267687" y="313506"/>
                  <a:pt x="259516" y="299786"/>
                  <a:pt x="259516" y="284026"/>
                </a:cubicBezTo>
                <a:cubicBezTo>
                  <a:pt x="259516" y="259831"/>
                  <a:pt x="279199" y="240178"/>
                  <a:pt x="303431" y="240178"/>
                </a:cubicBezTo>
                <a:cubicBezTo>
                  <a:pt x="327663" y="240085"/>
                  <a:pt x="347346" y="259831"/>
                  <a:pt x="347346" y="284026"/>
                </a:cubicBezTo>
                <a:cubicBezTo>
                  <a:pt x="347346" y="299786"/>
                  <a:pt x="339083" y="313506"/>
                  <a:pt x="326827" y="321293"/>
                </a:cubicBezTo>
                <a:cubicBezTo>
                  <a:pt x="348645" y="329821"/>
                  <a:pt x="364614" y="349660"/>
                  <a:pt x="367399" y="373670"/>
                </a:cubicBezTo>
                <a:cubicBezTo>
                  <a:pt x="386154" y="356520"/>
                  <a:pt x="397852" y="331861"/>
                  <a:pt x="397852" y="304421"/>
                </a:cubicBezTo>
                <a:cubicBezTo>
                  <a:pt x="397852" y="252415"/>
                  <a:pt x="355516" y="210142"/>
                  <a:pt x="303431" y="210142"/>
                </a:cubicBezTo>
                <a:close/>
                <a:moveTo>
                  <a:pt x="285976" y="109746"/>
                </a:moveTo>
                <a:lnTo>
                  <a:pt x="320885" y="109746"/>
                </a:lnTo>
                <a:cubicBezTo>
                  <a:pt x="327942" y="109746"/>
                  <a:pt x="333791" y="115493"/>
                  <a:pt x="333791" y="122631"/>
                </a:cubicBezTo>
                <a:lnTo>
                  <a:pt x="333791" y="151647"/>
                </a:lnTo>
                <a:cubicBezTo>
                  <a:pt x="354216" y="155726"/>
                  <a:pt x="373249" y="163791"/>
                  <a:pt x="389960" y="174915"/>
                </a:cubicBezTo>
                <a:lnTo>
                  <a:pt x="410478" y="154428"/>
                </a:lnTo>
                <a:cubicBezTo>
                  <a:pt x="415492" y="149422"/>
                  <a:pt x="423662" y="149422"/>
                  <a:pt x="428675" y="154428"/>
                </a:cubicBezTo>
                <a:lnTo>
                  <a:pt x="453464" y="179087"/>
                </a:lnTo>
                <a:cubicBezTo>
                  <a:pt x="458385" y="184093"/>
                  <a:pt x="458385" y="192251"/>
                  <a:pt x="453464" y="197257"/>
                </a:cubicBezTo>
                <a:lnTo>
                  <a:pt x="432946" y="217837"/>
                </a:lnTo>
                <a:cubicBezTo>
                  <a:pt x="444087" y="234523"/>
                  <a:pt x="452072" y="253527"/>
                  <a:pt x="456157" y="273922"/>
                </a:cubicBezTo>
                <a:lnTo>
                  <a:pt x="485309" y="273922"/>
                </a:lnTo>
                <a:cubicBezTo>
                  <a:pt x="492365" y="273922"/>
                  <a:pt x="498121" y="279577"/>
                  <a:pt x="498121" y="286808"/>
                </a:cubicBezTo>
                <a:lnTo>
                  <a:pt x="498121" y="321664"/>
                </a:lnTo>
                <a:cubicBezTo>
                  <a:pt x="498121" y="328709"/>
                  <a:pt x="492458" y="334457"/>
                  <a:pt x="485309" y="334457"/>
                </a:cubicBezTo>
                <a:lnTo>
                  <a:pt x="456157" y="334457"/>
                </a:lnTo>
                <a:cubicBezTo>
                  <a:pt x="452072" y="354851"/>
                  <a:pt x="444087" y="373948"/>
                  <a:pt x="432946" y="390634"/>
                </a:cubicBezTo>
                <a:lnTo>
                  <a:pt x="453464" y="411121"/>
                </a:lnTo>
                <a:cubicBezTo>
                  <a:pt x="458385" y="416035"/>
                  <a:pt x="458385" y="424192"/>
                  <a:pt x="453464" y="429291"/>
                </a:cubicBezTo>
                <a:lnTo>
                  <a:pt x="428675" y="454042"/>
                </a:lnTo>
                <a:cubicBezTo>
                  <a:pt x="423755" y="458956"/>
                  <a:pt x="415585" y="458956"/>
                  <a:pt x="410478" y="454042"/>
                </a:cubicBezTo>
                <a:lnTo>
                  <a:pt x="389960" y="433463"/>
                </a:lnTo>
                <a:cubicBezTo>
                  <a:pt x="373249" y="444587"/>
                  <a:pt x="354216" y="452652"/>
                  <a:pt x="333791" y="456731"/>
                </a:cubicBezTo>
                <a:lnTo>
                  <a:pt x="333791" y="485932"/>
                </a:lnTo>
                <a:cubicBezTo>
                  <a:pt x="333791" y="492977"/>
                  <a:pt x="327942" y="498632"/>
                  <a:pt x="320885" y="498632"/>
                </a:cubicBezTo>
                <a:lnTo>
                  <a:pt x="285976" y="498632"/>
                </a:lnTo>
                <a:cubicBezTo>
                  <a:pt x="278920" y="498632"/>
                  <a:pt x="273071" y="492977"/>
                  <a:pt x="273071" y="485747"/>
                </a:cubicBezTo>
                <a:lnTo>
                  <a:pt x="273071" y="456731"/>
                </a:lnTo>
                <a:cubicBezTo>
                  <a:pt x="252646" y="452652"/>
                  <a:pt x="233613" y="444587"/>
                  <a:pt x="216902" y="433463"/>
                </a:cubicBezTo>
                <a:lnTo>
                  <a:pt x="196384" y="454042"/>
                </a:lnTo>
                <a:cubicBezTo>
                  <a:pt x="191370" y="458956"/>
                  <a:pt x="183200" y="458956"/>
                  <a:pt x="178187" y="454042"/>
                </a:cubicBezTo>
                <a:lnTo>
                  <a:pt x="153398" y="429291"/>
                </a:lnTo>
                <a:cubicBezTo>
                  <a:pt x="148477" y="424378"/>
                  <a:pt x="148477" y="416220"/>
                  <a:pt x="153398" y="411121"/>
                </a:cubicBezTo>
                <a:lnTo>
                  <a:pt x="173916" y="390634"/>
                </a:lnTo>
                <a:cubicBezTo>
                  <a:pt x="162775" y="373948"/>
                  <a:pt x="154790" y="354851"/>
                  <a:pt x="150705" y="334457"/>
                </a:cubicBezTo>
                <a:lnTo>
                  <a:pt x="121553" y="334457"/>
                </a:lnTo>
                <a:cubicBezTo>
                  <a:pt x="114497" y="334457"/>
                  <a:pt x="108741" y="328802"/>
                  <a:pt x="108741" y="321664"/>
                </a:cubicBezTo>
                <a:lnTo>
                  <a:pt x="108741" y="286808"/>
                </a:lnTo>
                <a:cubicBezTo>
                  <a:pt x="108741" y="279762"/>
                  <a:pt x="114404" y="273922"/>
                  <a:pt x="121553" y="273922"/>
                </a:cubicBezTo>
                <a:lnTo>
                  <a:pt x="150705" y="273922"/>
                </a:lnTo>
                <a:cubicBezTo>
                  <a:pt x="154790" y="253527"/>
                  <a:pt x="162775" y="234523"/>
                  <a:pt x="173916" y="217837"/>
                </a:cubicBezTo>
                <a:lnTo>
                  <a:pt x="153398" y="197257"/>
                </a:lnTo>
                <a:cubicBezTo>
                  <a:pt x="148292" y="192343"/>
                  <a:pt x="148477" y="184186"/>
                  <a:pt x="153398" y="179087"/>
                </a:cubicBezTo>
                <a:lnTo>
                  <a:pt x="178187" y="154428"/>
                </a:lnTo>
                <a:cubicBezTo>
                  <a:pt x="183107" y="149422"/>
                  <a:pt x="191277" y="149422"/>
                  <a:pt x="196384" y="154428"/>
                </a:cubicBezTo>
                <a:lnTo>
                  <a:pt x="216902" y="174915"/>
                </a:lnTo>
                <a:cubicBezTo>
                  <a:pt x="233613" y="163698"/>
                  <a:pt x="252646" y="155726"/>
                  <a:pt x="273071" y="151647"/>
                </a:cubicBezTo>
                <a:lnTo>
                  <a:pt x="273071" y="122631"/>
                </a:lnTo>
                <a:cubicBezTo>
                  <a:pt x="273071" y="115586"/>
                  <a:pt x="278828" y="109746"/>
                  <a:pt x="285976" y="109746"/>
                </a:cubicBezTo>
                <a:close/>
                <a:moveTo>
                  <a:pt x="477610" y="55270"/>
                </a:moveTo>
                <a:cubicBezTo>
                  <a:pt x="529689" y="92619"/>
                  <a:pt x="566451" y="140349"/>
                  <a:pt x="589009" y="200127"/>
                </a:cubicBezTo>
                <a:cubicBezTo>
                  <a:pt x="569422" y="207263"/>
                  <a:pt x="550855" y="213936"/>
                  <a:pt x="531917" y="220887"/>
                </a:cubicBezTo>
                <a:cubicBezTo>
                  <a:pt x="522820" y="197068"/>
                  <a:pt x="511123" y="175567"/>
                  <a:pt x="495898" y="155919"/>
                </a:cubicBezTo>
                <a:cubicBezTo>
                  <a:pt x="480860" y="136364"/>
                  <a:pt x="462850" y="119682"/>
                  <a:pt x="442798" y="104853"/>
                </a:cubicBezTo>
                <a:cubicBezTo>
                  <a:pt x="454588" y="88078"/>
                  <a:pt x="466006" y="71859"/>
                  <a:pt x="477610" y="55270"/>
                </a:cubicBezTo>
                <a:close/>
                <a:moveTo>
                  <a:pt x="287505" y="284"/>
                </a:moveTo>
                <a:cubicBezTo>
                  <a:pt x="334882" y="-1837"/>
                  <a:pt x="383093" y="7920"/>
                  <a:pt x="431931" y="28455"/>
                </a:cubicBezTo>
                <a:cubicBezTo>
                  <a:pt x="423018" y="47460"/>
                  <a:pt x="414754" y="65445"/>
                  <a:pt x="406305" y="83337"/>
                </a:cubicBezTo>
                <a:cubicBezTo>
                  <a:pt x="242241" y="9635"/>
                  <a:pt x="71215" y="128208"/>
                  <a:pt x="60444" y="282843"/>
                </a:cubicBezTo>
                <a:cubicBezTo>
                  <a:pt x="40760" y="281082"/>
                  <a:pt x="20891" y="279413"/>
                  <a:pt x="0" y="277559"/>
                </a:cubicBezTo>
                <a:cubicBezTo>
                  <a:pt x="12256" y="175210"/>
                  <a:pt x="60073" y="95667"/>
                  <a:pt x="148093" y="43381"/>
                </a:cubicBezTo>
                <a:cubicBezTo>
                  <a:pt x="193589" y="16403"/>
                  <a:pt x="240129" y="2404"/>
                  <a:pt x="287505" y="28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871352" y="4517702"/>
            <a:ext cx="2698209" cy="1671869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Clean and validate data, normalize formats, and calculate derived metrics to prepare it for analysis.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1352" y="4198286"/>
            <a:ext cx="2698209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Transform Phase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20173" y="4225770"/>
            <a:ext cx="2698209" cy="1995034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Store the processed data in PostgreSQL for efficient querying and retrieval.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20173" y="3834499"/>
            <a:ext cx="2698209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Load Phase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659398" y="1920922"/>
            <a:ext cx="2861089" cy="1671869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Add calculated fields and aggregations to enhance the dataset for deeper insights.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59398" y="1529651"/>
            <a:ext cx="2861089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Enrich Phase</a:t>
            </a:r>
            <a:endParaRPr lang="en-US" sz="1100"/>
          </a:p>
        </p:txBody>
      </p:sp>
      <p:sp>
        <p:nvSpPr>
          <p:cNvPr id="21" name="AutoShape 2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ETL Process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3)">
                                      <p:cBhvr>
                                        <p:cTn id="5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Key Metrics &amp; KPIs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10</a:t>
            </a:r>
            <a:endParaRPr lang="en-US" sz="110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l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Please insert in the menu.</a:t>
            </a:r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Modify this text in the header and footer.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457200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1661510">
                <a:moveTo>
                  <a:pt x="0" y="0"/>
                </a:moveTo>
                <a:cubicBezTo>
                  <a:pt x="869272" y="359532"/>
                  <a:pt x="3110884" y="1145313"/>
                  <a:pt x="5359893" y="833966"/>
                </a:cubicBezTo>
                <a:cubicBezTo>
                  <a:pt x="7875233" y="485553"/>
                  <a:pt x="10172330" y="-593043"/>
                  <a:pt x="12192000" y="489260"/>
                </a:cubicBezTo>
                <a:cubicBezTo>
                  <a:pt x="12192000" y="489260"/>
                  <a:pt x="12192000" y="489260"/>
                  <a:pt x="12192000" y="919216"/>
                </a:cubicBezTo>
                <a:cubicBezTo>
                  <a:pt x="11236610" y="626980"/>
                  <a:pt x="9400208" y="319523"/>
                  <a:pt x="7949249" y="1596913"/>
                </a:cubicBezTo>
                <a:lnTo>
                  <a:pt x="7879588" y="1661510"/>
                </a:lnTo>
                <a:lnTo>
                  <a:pt x="1145797" y="1661510"/>
                </a:lnTo>
                <a:lnTo>
                  <a:pt x="891928" y="1486776"/>
                </a:lnTo>
                <a:cubicBezTo>
                  <a:pt x="577048" y="1258362"/>
                  <a:pt x="277427" y="1017438"/>
                  <a:pt x="0" y="770955"/>
                </a:cubicBezTo>
                <a:cubicBezTo>
                  <a:pt x="0" y="770955"/>
                  <a:pt x="0" y="770955"/>
                  <a:pt x="0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1838341" y="5034949"/>
            <a:ext cx="953230" cy="953228"/>
            <a:chOff x="7828426" y="1707625"/>
            <a:chExt cx="682538" cy="682537"/>
          </a:xfrm>
        </p:grpSpPr>
        <p:sp>
          <p:nvSpPr>
            <p:cNvPr id="5" name="AutoShape 5"/>
            <p:cNvSpPr/>
            <p:nvPr/>
          </p:nvSpPr>
          <p:spPr>
            <a:xfrm>
              <a:off x="7828426" y="1707625"/>
              <a:ext cx="682538" cy="682537"/>
            </a:xfrm>
            <a:prstGeom prst="ellipse">
              <a:avLst/>
            </a:prstGeom>
            <a:solidFill>
              <a:schemeClr val="accent1"/>
            </a:solidFill>
            <a:ln w="5715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8066864" y="1842685"/>
              <a:ext cx="205663" cy="412418"/>
            </a:xfrm>
            <a:custGeom>
              <a:avLst/>
              <a:gdLst/>
              <a:ahLst/>
              <a:cxnLst/>
              <a:rect l="l" t="t" r="r" b="b"/>
              <a:pathLst>
                <a:path w="302980" h="607568">
                  <a:moveTo>
                    <a:pt x="102172" y="160819"/>
                  </a:moveTo>
                  <a:lnTo>
                    <a:pt x="108318" y="160819"/>
                  </a:lnTo>
                  <a:cubicBezTo>
                    <a:pt x="121377" y="167109"/>
                    <a:pt x="136127" y="170638"/>
                    <a:pt x="151491" y="170638"/>
                  </a:cubicBezTo>
                  <a:cubicBezTo>
                    <a:pt x="166855" y="170638"/>
                    <a:pt x="181604" y="167109"/>
                    <a:pt x="194663" y="160819"/>
                  </a:cubicBezTo>
                  <a:lnTo>
                    <a:pt x="200809" y="160819"/>
                  </a:lnTo>
                  <a:cubicBezTo>
                    <a:pt x="240755" y="160819"/>
                    <a:pt x="278704" y="195491"/>
                    <a:pt x="285157" y="238141"/>
                  </a:cubicBezTo>
                  <a:lnTo>
                    <a:pt x="302826" y="361948"/>
                  </a:lnTo>
                  <a:cubicBezTo>
                    <a:pt x="303594" y="366397"/>
                    <a:pt x="301443" y="370846"/>
                    <a:pt x="297602" y="373148"/>
                  </a:cubicBezTo>
                  <a:lnTo>
                    <a:pt x="246901" y="404598"/>
                  </a:lnTo>
                  <a:lnTo>
                    <a:pt x="223240" y="570288"/>
                  </a:lnTo>
                  <a:cubicBezTo>
                    <a:pt x="220475" y="591153"/>
                    <a:pt x="202653" y="607568"/>
                    <a:pt x="182833" y="607568"/>
                  </a:cubicBezTo>
                  <a:lnTo>
                    <a:pt x="120148" y="607568"/>
                  </a:lnTo>
                  <a:cubicBezTo>
                    <a:pt x="100328" y="607568"/>
                    <a:pt x="82506" y="591153"/>
                    <a:pt x="79741" y="570134"/>
                  </a:cubicBezTo>
                  <a:lnTo>
                    <a:pt x="56080" y="404598"/>
                  </a:lnTo>
                  <a:lnTo>
                    <a:pt x="5379" y="373148"/>
                  </a:lnTo>
                  <a:cubicBezTo>
                    <a:pt x="1538" y="370846"/>
                    <a:pt x="-613" y="366397"/>
                    <a:pt x="155" y="361948"/>
                  </a:cubicBezTo>
                  <a:lnTo>
                    <a:pt x="17824" y="238294"/>
                  </a:lnTo>
                  <a:cubicBezTo>
                    <a:pt x="24277" y="195491"/>
                    <a:pt x="62226" y="160819"/>
                    <a:pt x="102172" y="160819"/>
                  </a:cubicBezTo>
                  <a:close/>
                  <a:moveTo>
                    <a:pt x="151490" y="0"/>
                  </a:moveTo>
                  <a:cubicBezTo>
                    <a:pt x="190443" y="0"/>
                    <a:pt x="222020" y="31704"/>
                    <a:pt x="222020" y="70813"/>
                  </a:cubicBezTo>
                  <a:cubicBezTo>
                    <a:pt x="222020" y="109922"/>
                    <a:pt x="190443" y="141626"/>
                    <a:pt x="151490" y="141626"/>
                  </a:cubicBezTo>
                  <a:cubicBezTo>
                    <a:pt x="112537" y="141626"/>
                    <a:pt x="80960" y="109922"/>
                    <a:pt x="80960" y="70813"/>
                  </a:cubicBezTo>
                  <a:cubicBezTo>
                    <a:pt x="80960" y="31704"/>
                    <a:pt x="112537" y="0"/>
                    <a:pt x="15149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493251" y="5034949"/>
            <a:ext cx="953230" cy="953228"/>
            <a:chOff x="7828426" y="1707625"/>
            <a:chExt cx="682538" cy="682537"/>
          </a:xfrm>
        </p:grpSpPr>
        <p:sp>
          <p:nvSpPr>
            <p:cNvPr id="8" name="AutoShape 8"/>
            <p:cNvSpPr/>
            <p:nvPr/>
          </p:nvSpPr>
          <p:spPr>
            <a:xfrm>
              <a:off x="7828426" y="1707625"/>
              <a:ext cx="682538" cy="682537"/>
            </a:xfrm>
            <a:prstGeom prst="ellipse">
              <a:avLst/>
            </a:prstGeom>
            <a:solidFill>
              <a:schemeClr val="accent2"/>
            </a:solidFill>
            <a:ln w="5715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8066864" y="1842685"/>
              <a:ext cx="205663" cy="412418"/>
            </a:xfrm>
            <a:custGeom>
              <a:avLst/>
              <a:gdLst/>
              <a:ahLst/>
              <a:cxnLst/>
              <a:rect l="l" t="t" r="r" b="b"/>
              <a:pathLst>
                <a:path w="302980" h="607568">
                  <a:moveTo>
                    <a:pt x="102172" y="160819"/>
                  </a:moveTo>
                  <a:lnTo>
                    <a:pt x="108318" y="160819"/>
                  </a:lnTo>
                  <a:cubicBezTo>
                    <a:pt x="121377" y="167109"/>
                    <a:pt x="136127" y="170638"/>
                    <a:pt x="151491" y="170638"/>
                  </a:cubicBezTo>
                  <a:cubicBezTo>
                    <a:pt x="166855" y="170638"/>
                    <a:pt x="181604" y="167109"/>
                    <a:pt x="194663" y="160819"/>
                  </a:cubicBezTo>
                  <a:lnTo>
                    <a:pt x="200809" y="160819"/>
                  </a:lnTo>
                  <a:cubicBezTo>
                    <a:pt x="240755" y="160819"/>
                    <a:pt x="278704" y="195491"/>
                    <a:pt x="285157" y="238141"/>
                  </a:cubicBezTo>
                  <a:lnTo>
                    <a:pt x="302826" y="361948"/>
                  </a:lnTo>
                  <a:cubicBezTo>
                    <a:pt x="303594" y="366397"/>
                    <a:pt x="301443" y="370846"/>
                    <a:pt x="297602" y="373148"/>
                  </a:cubicBezTo>
                  <a:lnTo>
                    <a:pt x="246901" y="404598"/>
                  </a:lnTo>
                  <a:lnTo>
                    <a:pt x="223240" y="570288"/>
                  </a:lnTo>
                  <a:cubicBezTo>
                    <a:pt x="220475" y="591153"/>
                    <a:pt x="202653" y="607568"/>
                    <a:pt x="182833" y="607568"/>
                  </a:cubicBezTo>
                  <a:lnTo>
                    <a:pt x="120148" y="607568"/>
                  </a:lnTo>
                  <a:cubicBezTo>
                    <a:pt x="100328" y="607568"/>
                    <a:pt x="82506" y="591153"/>
                    <a:pt x="79741" y="570134"/>
                  </a:cubicBezTo>
                  <a:lnTo>
                    <a:pt x="56080" y="404598"/>
                  </a:lnTo>
                  <a:lnTo>
                    <a:pt x="5379" y="373148"/>
                  </a:lnTo>
                  <a:cubicBezTo>
                    <a:pt x="1538" y="370846"/>
                    <a:pt x="-613" y="366397"/>
                    <a:pt x="155" y="361948"/>
                  </a:cubicBezTo>
                  <a:lnTo>
                    <a:pt x="17824" y="238294"/>
                  </a:lnTo>
                  <a:cubicBezTo>
                    <a:pt x="24277" y="195491"/>
                    <a:pt x="62226" y="160819"/>
                    <a:pt x="102172" y="160819"/>
                  </a:cubicBezTo>
                  <a:close/>
                  <a:moveTo>
                    <a:pt x="151490" y="0"/>
                  </a:moveTo>
                  <a:cubicBezTo>
                    <a:pt x="190443" y="0"/>
                    <a:pt x="222020" y="31704"/>
                    <a:pt x="222020" y="70813"/>
                  </a:cubicBezTo>
                  <a:cubicBezTo>
                    <a:pt x="222020" y="109922"/>
                    <a:pt x="190443" y="141626"/>
                    <a:pt x="151490" y="141626"/>
                  </a:cubicBezTo>
                  <a:cubicBezTo>
                    <a:pt x="112537" y="141626"/>
                    <a:pt x="80960" y="109922"/>
                    <a:pt x="80960" y="70813"/>
                  </a:cubicBezTo>
                  <a:cubicBezTo>
                    <a:pt x="80960" y="31704"/>
                    <a:pt x="112537" y="0"/>
                    <a:pt x="15149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8162" y="4270345"/>
            <a:ext cx="953230" cy="953228"/>
            <a:chOff x="7828426" y="1707625"/>
            <a:chExt cx="682538" cy="682537"/>
          </a:xfrm>
        </p:grpSpPr>
        <p:sp>
          <p:nvSpPr>
            <p:cNvPr id="11" name="AutoShape 11"/>
            <p:cNvSpPr/>
            <p:nvPr/>
          </p:nvSpPr>
          <p:spPr>
            <a:xfrm>
              <a:off x="7828426" y="1707625"/>
              <a:ext cx="682538" cy="682537"/>
            </a:xfrm>
            <a:prstGeom prst="ellipse">
              <a:avLst/>
            </a:prstGeom>
            <a:solidFill>
              <a:schemeClr val="accent3"/>
            </a:solidFill>
            <a:ln w="5715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066864" y="1842685"/>
              <a:ext cx="205663" cy="412418"/>
            </a:xfrm>
            <a:custGeom>
              <a:avLst/>
              <a:gdLst/>
              <a:ahLst/>
              <a:cxnLst/>
              <a:rect l="l" t="t" r="r" b="b"/>
              <a:pathLst>
                <a:path w="302980" h="607568">
                  <a:moveTo>
                    <a:pt x="102172" y="160819"/>
                  </a:moveTo>
                  <a:lnTo>
                    <a:pt x="108318" y="160819"/>
                  </a:lnTo>
                  <a:cubicBezTo>
                    <a:pt x="121377" y="167109"/>
                    <a:pt x="136127" y="170638"/>
                    <a:pt x="151491" y="170638"/>
                  </a:cubicBezTo>
                  <a:cubicBezTo>
                    <a:pt x="166855" y="170638"/>
                    <a:pt x="181604" y="167109"/>
                    <a:pt x="194663" y="160819"/>
                  </a:cubicBezTo>
                  <a:lnTo>
                    <a:pt x="200809" y="160819"/>
                  </a:lnTo>
                  <a:cubicBezTo>
                    <a:pt x="240755" y="160819"/>
                    <a:pt x="278704" y="195491"/>
                    <a:pt x="285157" y="238141"/>
                  </a:cubicBezTo>
                  <a:lnTo>
                    <a:pt x="302826" y="361948"/>
                  </a:lnTo>
                  <a:cubicBezTo>
                    <a:pt x="303594" y="366397"/>
                    <a:pt x="301443" y="370846"/>
                    <a:pt x="297602" y="373148"/>
                  </a:cubicBezTo>
                  <a:lnTo>
                    <a:pt x="246901" y="404598"/>
                  </a:lnTo>
                  <a:lnTo>
                    <a:pt x="223240" y="570288"/>
                  </a:lnTo>
                  <a:cubicBezTo>
                    <a:pt x="220475" y="591153"/>
                    <a:pt x="202653" y="607568"/>
                    <a:pt x="182833" y="607568"/>
                  </a:cubicBezTo>
                  <a:lnTo>
                    <a:pt x="120148" y="607568"/>
                  </a:lnTo>
                  <a:cubicBezTo>
                    <a:pt x="100328" y="607568"/>
                    <a:pt x="82506" y="591153"/>
                    <a:pt x="79741" y="570134"/>
                  </a:cubicBezTo>
                  <a:lnTo>
                    <a:pt x="56080" y="404598"/>
                  </a:lnTo>
                  <a:lnTo>
                    <a:pt x="5379" y="373148"/>
                  </a:lnTo>
                  <a:cubicBezTo>
                    <a:pt x="1538" y="370846"/>
                    <a:pt x="-613" y="366397"/>
                    <a:pt x="155" y="361948"/>
                  </a:cubicBezTo>
                  <a:lnTo>
                    <a:pt x="17824" y="238294"/>
                  </a:lnTo>
                  <a:cubicBezTo>
                    <a:pt x="24277" y="195491"/>
                    <a:pt x="62226" y="160819"/>
                    <a:pt x="102172" y="160819"/>
                  </a:cubicBezTo>
                  <a:close/>
                  <a:moveTo>
                    <a:pt x="151490" y="0"/>
                  </a:moveTo>
                  <a:cubicBezTo>
                    <a:pt x="190443" y="0"/>
                    <a:pt x="222020" y="31704"/>
                    <a:pt x="222020" y="70813"/>
                  </a:cubicBezTo>
                  <a:cubicBezTo>
                    <a:pt x="222020" y="109922"/>
                    <a:pt x="190443" y="141626"/>
                    <a:pt x="151490" y="141626"/>
                  </a:cubicBezTo>
                  <a:cubicBezTo>
                    <a:pt x="112537" y="141626"/>
                    <a:pt x="80960" y="109922"/>
                    <a:pt x="80960" y="70813"/>
                  </a:cubicBezTo>
                  <a:cubicBezTo>
                    <a:pt x="80960" y="31704"/>
                    <a:pt x="112537" y="0"/>
                    <a:pt x="15149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962324" y="2264735"/>
            <a:ext cx="2705263" cy="134652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Win-loss ratios and consistency, serve effectiveness (aces, double faults), and player ranking trends.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2324" y="1619140"/>
            <a:ext cx="270526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Performance Metrics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>
            <a:off x="2314956" y="3611257"/>
            <a:ext cx="0" cy="1423692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dash"/>
          </a:ln>
        </p:spPr>
      </p:cxnSp>
      <p:cxnSp>
        <p:nvCxnSpPr>
          <p:cNvPr id="16" name="Connector 16"/>
          <p:cNvCxnSpPr/>
          <p:nvPr/>
        </p:nvCxnSpPr>
        <p:spPr>
          <a:xfrm>
            <a:off x="5969866" y="3063438"/>
            <a:ext cx="0" cy="1971511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dash"/>
          </a:ln>
        </p:spPr>
      </p:cxnSp>
      <p:cxnSp>
        <p:nvCxnSpPr>
          <p:cNvPr id="17" name="Connector 17"/>
          <p:cNvCxnSpPr/>
          <p:nvPr/>
        </p:nvCxnSpPr>
        <p:spPr>
          <a:xfrm flipH="1">
            <a:off x="9624777" y="3580276"/>
            <a:ext cx="1" cy="690069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dash"/>
          </a:ln>
        </p:spPr>
      </p:cxnSp>
      <p:sp>
        <p:nvSpPr>
          <p:cNvPr id="18" name="AutoShape 18"/>
          <p:cNvSpPr/>
          <p:nvPr/>
        </p:nvSpPr>
        <p:spPr>
          <a:xfrm>
            <a:off x="4415743" y="1850375"/>
            <a:ext cx="2705263" cy="134652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Tournament performance and match momentum indicators provide context for player achievements.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15743" y="1197743"/>
            <a:ext cx="270526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Tournament Performance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72146" y="2233754"/>
            <a:ext cx="2705263" cy="134652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Head-to-head records and injury/form impact on performance are critical for strategic analysis.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72146" y="1581122"/>
            <a:ext cx="270526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Head-to-Head and Impact</a:t>
            </a:r>
            <a:endParaRPr lang="en-US" sz="1100"/>
          </a:p>
        </p:txBody>
      </p:sp>
      <p:sp>
        <p:nvSpPr>
          <p:cNvPr id="22" name="AutoShape 2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What We're Measuring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Predictive Analytics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11</a:t>
            </a:r>
            <a:endParaRPr lang="en-US" sz="11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9136" y="3418934"/>
            <a:ext cx="6767512" cy="2709236"/>
            <a:chOff x="-1674856" y="3042856"/>
            <a:chExt cx="7652550" cy="3063542"/>
          </a:xfrm>
          <a:solidFill>
            <a:srgbClr val="FFFFFF">
              <a:lumMod val="95000"/>
            </a:srgbClr>
          </a:solidFill>
        </p:grpSpPr>
        <p:sp>
          <p:nvSpPr>
            <p:cNvPr id="3" name="Freeform 3"/>
            <p:cNvSpPr/>
            <p:nvPr/>
          </p:nvSpPr>
          <p:spPr>
            <a:xfrm>
              <a:off x="3631136" y="3319854"/>
              <a:ext cx="2346558" cy="2786543"/>
            </a:xfrm>
            <a:custGeom>
              <a:avLst/>
              <a:gdLst/>
              <a:ahLst/>
              <a:cxnLst/>
              <a:rect l="l" t="t" r="r" b="b"/>
              <a:pathLst>
                <a:path w="279400" h="331788">
                  <a:moveTo>
                    <a:pt x="192089" y="300038"/>
                  </a:moveTo>
                  <a:lnTo>
                    <a:pt x="242889" y="300038"/>
                  </a:lnTo>
                  <a:lnTo>
                    <a:pt x="242889" y="311151"/>
                  </a:lnTo>
                  <a:lnTo>
                    <a:pt x="192089" y="311151"/>
                  </a:lnTo>
                  <a:close/>
                  <a:moveTo>
                    <a:pt x="128589" y="300038"/>
                  </a:moveTo>
                  <a:lnTo>
                    <a:pt x="180977" y="300038"/>
                  </a:lnTo>
                  <a:lnTo>
                    <a:pt x="180977" y="311151"/>
                  </a:lnTo>
                  <a:lnTo>
                    <a:pt x="128589" y="311151"/>
                  </a:lnTo>
                  <a:close/>
                  <a:moveTo>
                    <a:pt x="36514" y="300038"/>
                  </a:moveTo>
                  <a:lnTo>
                    <a:pt x="87314" y="300038"/>
                  </a:lnTo>
                  <a:lnTo>
                    <a:pt x="87314" y="311151"/>
                  </a:lnTo>
                  <a:lnTo>
                    <a:pt x="36514" y="311151"/>
                  </a:lnTo>
                  <a:close/>
                  <a:moveTo>
                    <a:pt x="114300" y="290512"/>
                  </a:moveTo>
                  <a:lnTo>
                    <a:pt x="114300" y="320675"/>
                  </a:lnTo>
                  <a:lnTo>
                    <a:pt x="258763" y="320675"/>
                  </a:lnTo>
                  <a:lnTo>
                    <a:pt x="258763" y="290512"/>
                  </a:lnTo>
                  <a:close/>
                  <a:moveTo>
                    <a:pt x="20638" y="290512"/>
                  </a:moveTo>
                  <a:lnTo>
                    <a:pt x="20638" y="320675"/>
                  </a:lnTo>
                  <a:lnTo>
                    <a:pt x="103188" y="320675"/>
                  </a:lnTo>
                  <a:lnTo>
                    <a:pt x="103188" y="290512"/>
                  </a:lnTo>
                  <a:close/>
                  <a:moveTo>
                    <a:pt x="222250" y="254000"/>
                  </a:moveTo>
                  <a:lnTo>
                    <a:pt x="242888" y="254000"/>
                  </a:lnTo>
                  <a:lnTo>
                    <a:pt x="242888" y="263525"/>
                  </a:lnTo>
                  <a:lnTo>
                    <a:pt x="222250" y="263525"/>
                  </a:lnTo>
                  <a:close/>
                  <a:moveTo>
                    <a:pt x="192088" y="254000"/>
                  </a:moveTo>
                  <a:lnTo>
                    <a:pt x="212726" y="254000"/>
                  </a:lnTo>
                  <a:lnTo>
                    <a:pt x="212726" y="263525"/>
                  </a:lnTo>
                  <a:lnTo>
                    <a:pt x="192088" y="263525"/>
                  </a:lnTo>
                  <a:close/>
                  <a:moveTo>
                    <a:pt x="160338" y="254000"/>
                  </a:moveTo>
                  <a:lnTo>
                    <a:pt x="180976" y="254000"/>
                  </a:lnTo>
                  <a:lnTo>
                    <a:pt x="180976" y="263525"/>
                  </a:lnTo>
                  <a:lnTo>
                    <a:pt x="160338" y="263525"/>
                  </a:lnTo>
                  <a:close/>
                  <a:moveTo>
                    <a:pt x="128588" y="254000"/>
                  </a:moveTo>
                  <a:lnTo>
                    <a:pt x="149226" y="254000"/>
                  </a:lnTo>
                  <a:lnTo>
                    <a:pt x="149226" y="263525"/>
                  </a:lnTo>
                  <a:lnTo>
                    <a:pt x="128588" y="263525"/>
                  </a:lnTo>
                  <a:close/>
                  <a:moveTo>
                    <a:pt x="66676" y="254000"/>
                  </a:moveTo>
                  <a:lnTo>
                    <a:pt x="87314" y="254000"/>
                  </a:lnTo>
                  <a:lnTo>
                    <a:pt x="87314" y="263525"/>
                  </a:lnTo>
                  <a:lnTo>
                    <a:pt x="66676" y="263525"/>
                  </a:lnTo>
                  <a:close/>
                  <a:moveTo>
                    <a:pt x="36514" y="254000"/>
                  </a:moveTo>
                  <a:lnTo>
                    <a:pt x="57152" y="254000"/>
                  </a:lnTo>
                  <a:lnTo>
                    <a:pt x="57152" y="263525"/>
                  </a:lnTo>
                  <a:lnTo>
                    <a:pt x="36514" y="263525"/>
                  </a:lnTo>
                  <a:close/>
                  <a:moveTo>
                    <a:pt x="66676" y="233363"/>
                  </a:moveTo>
                  <a:lnTo>
                    <a:pt x="87314" y="233363"/>
                  </a:lnTo>
                  <a:lnTo>
                    <a:pt x="87314" y="242888"/>
                  </a:lnTo>
                  <a:lnTo>
                    <a:pt x="66676" y="242888"/>
                  </a:lnTo>
                  <a:close/>
                  <a:moveTo>
                    <a:pt x="36514" y="233363"/>
                  </a:moveTo>
                  <a:lnTo>
                    <a:pt x="57152" y="233363"/>
                  </a:lnTo>
                  <a:lnTo>
                    <a:pt x="57152" y="242888"/>
                  </a:lnTo>
                  <a:lnTo>
                    <a:pt x="36514" y="242888"/>
                  </a:lnTo>
                  <a:close/>
                  <a:moveTo>
                    <a:pt x="222250" y="233362"/>
                  </a:moveTo>
                  <a:lnTo>
                    <a:pt x="242888" y="233362"/>
                  </a:lnTo>
                  <a:lnTo>
                    <a:pt x="242888" y="242887"/>
                  </a:lnTo>
                  <a:lnTo>
                    <a:pt x="222250" y="242887"/>
                  </a:lnTo>
                  <a:close/>
                  <a:moveTo>
                    <a:pt x="192088" y="233362"/>
                  </a:moveTo>
                  <a:lnTo>
                    <a:pt x="212726" y="233362"/>
                  </a:lnTo>
                  <a:lnTo>
                    <a:pt x="212726" y="242887"/>
                  </a:lnTo>
                  <a:lnTo>
                    <a:pt x="192088" y="242887"/>
                  </a:lnTo>
                  <a:close/>
                  <a:moveTo>
                    <a:pt x="160338" y="233362"/>
                  </a:moveTo>
                  <a:lnTo>
                    <a:pt x="180976" y="233362"/>
                  </a:lnTo>
                  <a:lnTo>
                    <a:pt x="180976" y="242887"/>
                  </a:lnTo>
                  <a:lnTo>
                    <a:pt x="160338" y="242887"/>
                  </a:lnTo>
                  <a:close/>
                  <a:moveTo>
                    <a:pt x="128588" y="233362"/>
                  </a:moveTo>
                  <a:lnTo>
                    <a:pt x="149226" y="233362"/>
                  </a:lnTo>
                  <a:lnTo>
                    <a:pt x="149226" y="242887"/>
                  </a:lnTo>
                  <a:lnTo>
                    <a:pt x="128588" y="242887"/>
                  </a:lnTo>
                  <a:close/>
                  <a:moveTo>
                    <a:pt x="222250" y="212725"/>
                  </a:moveTo>
                  <a:lnTo>
                    <a:pt x="242888" y="212725"/>
                  </a:lnTo>
                  <a:lnTo>
                    <a:pt x="242888" y="222250"/>
                  </a:lnTo>
                  <a:lnTo>
                    <a:pt x="222250" y="222250"/>
                  </a:lnTo>
                  <a:close/>
                  <a:moveTo>
                    <a:pt x="192088" y="212725"/>
                  </a:moveTo>
                  <a:lnTo>
                    <a:pt x="212726" y="212725"/>
                  </a:lnTo>
                  <a:lnTo>
                    <a:pt x="212726" y="222250"/>
                  </a:lnTo>
                  <a:lnTo>
                    <a:pt x="192088" y="222250"/>
                  </a:lnTo>
                  <a:close/>
                  <a:moveTo>
                    <a:pt x="160338" y="212725"/>
                  </a:moveTo>
                  <a:lnTo>
                    <a:pt x="180976" y="212725"/>
                  </a:lnTo>
                  <a:lnTo>
                    <a:pt x="180976" y="222250"/>
                  </a:lnTo>
                  <a:lnTo>
                    <a:pt x="160338" y="222250"/>
                  </a:lnTo>
                  <a:close/>
                  <a:moveTo>
                    <a:pt x="128588" y="212725"/>
                  </a:moveTo>
                  <a:lnTo>
                    <a:pt x="149226" y="212725"/>
                  </a:lnTo>
                  <a:lnTo>
                    <a:pt x="149226" y="222250"/>
                  </a:lnTo>
                  <a:lnTo>
                    <a:pt x="128588" y="222250"/>
                  </a:lnTo>
                  <a:close/>
                  <a:moveTo>
                    <a:pt x="66676" y="212725"/>
                  </a:moveTo>
                  <a:lnTo>
                    <a:pt x="87314" y="212725"/>
                  </a:lnTo>
                  <a:lnTo>
                    <a:pt x="87314" y="222250"/>
                  </a:lnTo>
                  <a:lnTo>
                    <a:pt x="66676" y="222250"/>
                  </a:lnTo>
                  <a:close/>
                  <a:moveTo>
                    <a:pt x="36514" y="212725"/>
                  </a:moveTo>
                  <a:lnTo>
                    <a:pt x="57152" y="212725"/>
                  </a:lnTo>
                  <a:lnTo>
                    <a:pt x="57152" y="222250"/>
                  </a:lnTo>
                  <a:lnTo>
                    <a:pt x="36514" y="222250"/>
                  </a:lnTo>
                  <a:close/>
                  <a:moveTo>
                    <a:pt x="66676" y="192088"/>
                  </a:moveTo>
                  <a:lnTo>
                    <a:pt x="87314" y="192088"/>
                  </a:lnTo>
                  <a:lnTo>
                    <a:pt x="87314" y="201613"/>
                  </a:lnTo>
                  <a:lnTo>
                    <a:pt x="66676" y="201613"/>
                  </a:lnTo>
                  <a:close/>
                  <a:moveTo>
                    <a:pt x="36514" y="192088"/>
                  </a:moveTo>
                  <a:lnTo>
                    <a:pt x="57152" y="192088"/>
                  </a:lnTo>
                  <a:lnTo>
                    <a:pt x="57152" y="201613"/>
                  </a:lnTo>
                  <a:lnTo>
                    <a:pt x="36514" y="201613"/>
                  </a:lnTo>
                  <a:close/>
                  <a:moveTo>
                    <a:pt x="222250" y="192087"/>
                  </a:moveTo>
                  <a:lnTo>
                    <a:pt x="242888" y="192087"/>
                  </a:lnTo>
                  <a:lnTo>
                    <a:pt x="242888" y="201612"/>
                  </a:lnTo>
                  <a:lnTo>
                    <a:pt x="222250" y="201612"/>
                  </a:lnTo>
                  <a:close/>
                  <a:moveTo>
                    <a:pt x="192088" y="192087"/>
                  </a:moveTo>
                  <a:lnTo>
                    <a:pt x="212726" y="192087"/>
                  </a:lnTo>
                  <a:lnTo>
                    <a:pt x="212726" y="201612"/>
                  </a:lnTo>
                  <a:lnTo>
                    <a:pt x="192088" y="201612"/>
                  </a:lnTo>
                  <a:close/>
                  <a:moveTo>
                    <a:pt x="160338" y="192087"/>
                  </a:moveTo>
                  <a:lnTo>
                    <a:pt x="180976" y="192087"/>
                  </a:lnTo>
                  <a:lnTo>
                    <a:pt x="180976" y="201612"/>
                  </a:lnTo>
                  <a:lnTo>
                    <a:pt x="160338" y="201612"/>
                  </a:lnTo>
                  <a:close/>
                  <a:moveTo>
                    <a:pt x="128588" y="192087"/>
                  </a:moveTo>
                  <a:lnTo>
                    <a:pt x="149226" y="192087"/>
                  </a:lnTo>
                  <a:lnTo>
                    <a:pt x="149226" y="201612"/>
                  </a:lnTo>
                  <a:lnTo>
                    <a:pt x="128588" y="201612"/>
                  </a:lnTo>
                  <a:close/>
                  <a:moveTo>
                    <a:pt x="222250" y="171450"/>
                  </a:moveTo>
                  <a:lnTo>
                    <a:pt x="242888" y="171450"/>
                  </a:lnTo>
                  <a:lnTo>
                    <a:pt x="242888" y="180975"/>
                  </a:lnTo>
                  <a:lnTo>
                    <a:pt x="222250" y="180975"/>
                  </a:lnTo>
                  <a:close/>
                  <a:moveTo>
                    <a:pt x="192088" y="171450"/>
                  </a:moveTo>
                  <a:lnTo>
                    <a:pt x="212726" y="171450"/>
                  </a:lnTo>
                  <a:lnTo>
                    <a:pt x="212726" y="180975"/>
                  </a:lnTo>
                  <a:lnTo>
                    <a:pt x="192088" y="180975"/>
                  </a:lnTo>
                  <a:close/>
                  <a:moveTo>
                    <a:pt x="160338" y="171450"/>
                  </a:moveTo>
                  <a:lnTo>
                    <a:pt x="180976" y="171450"/>
                  </a:lnTo>
                  <a:lnTo>
                    <a:pt x="180976" y="180975"/>
                  </a:lnTo>
                  <a:lnTo>
                    <a:pt x="160338" y="180975"/>
                  </a:lnTo>
                  <a:close/>
                  <a:moveTo>
                    <a:pt x="128588" y="171450"/>
                  </a:moveTo>
                  <a:lnTo>
                    <a:pt x="149226" y="171450"/>
                  </a:lnTo>
                  <a:lnTo>
                    <a:pt x="149226" y="180975"/>
                  </a:lnTo>
                  <a:lnTo>
                    <a:pt x="128588" y="180975"/>
                  </a:lnTo>
                  <a:close/>
                  <a:moveTo>
                    <a:pt x="66676" y="171450"/>
                  </a:moveTo>
                  <a:lnTo>
                    <a:pt x="87314" y="171450"/>
                  </a:lnTo>
                  <a:lnTo>
                    <a:pt x="87314" y="180975"/>
                  </a:lnTo>
                  <a:lnTo>
                    <a:pt x="66676" y="180975"/>
                  </a:lnTo>
                  <a:close/>
                  <a:moveTo>
                    <a:pt x="36514" y="171450"/>
                  </a:moveTo>
                  <a:lnTo>
                    <a:pt x="57152" y="171450"/>
                  </a:lnTo>
                  <a:lnTo>
                    <a:pt x="57152" y="180975"/>
                  </a:lnTo>
                  <a:lnTo>
                    <a:pt x="36514" y="180975"/>
                  </a:lnTo>
                  <a:close/>
                  <a:moveTo>
                    <a:pt x="222250" y="149225"/>
                  </a:moveTo>
                  <a:lnTo>
                    <a:pt x="242888" y="149225"/>
                  </a:lnTo>
                  <a:lnTo>
                    <a:pt x="242888" y="160338"/>
                  </a:lnTo>
                  <a:lnTo>
                    <a:pt x="222250" y="160338"/>
                  </a:lnTo>
                  <a:close/>
                  <a:moveTo>
                    <a:pt x="192088" y="149225"/>
                  </a:moveTo>
                  <a:lnTo>
                    <a:pt x="212726" y="149225"/>
                  </a:lnTo>
                  <a:lnTo>
                    <a:pt x="212726" y="160338"/>
                  </a:lnTo>
                  <a:lnTo>
                    <a:pt x="192088" y="160338"/>
                  </a:lnTo>
                  <a:close/>
                  <a:moveTo>
                    <a:pt x="160338" y="149225"/>
                  </a:moveTo>
                  <a:lnTo>
                    <a:pt x="180976" y="149225"/>
                  </a:lnTo>
                  <a:lnTo>
                    <a:pt x="180976" y="160338"/>
                  </a:lnTo>
                  <a:lnTo>
                    <a:pt x="160338" y="160338"/>
                  </a:lnTo>
                  <a:close/>
                  <a:moveTo>
                    <a:pt x="128588" y="149225"/>
                  </a:moveTo>
                  <a:lnTo>
                    <a:pt x="149226" y="149225"/>
                  </a:lnTo>
                  <a:lnTo>
                    <a:pt x="149226" y="160338"/>
                  </a:lnTo>
                  <a:lnTo>
                    <a:pt x="128588" y="160338"/>
                  </a:lnTo>
                  <a:close/>
                  <a:moveTo>
                    <a:pt x="66676" y="149225"/>
                  </a:moveTo>
                  <a:lnTo>
                    <a:pt x="87314" y="149225"/>
                  </a:lnTo>
                  <a:lnTo>
                    <a:pt x="87314" y="160338"/>
                  </a:lnTo>
                  <a:lnTo>
                    <a:pt x="66676" y="160338"/>
                  </a:lnTo>
                  <a:close/>
                  <a:moveTo>
                    <a:pt x="36514" y="149225"/>
                  </a:moveTo>
                  <a:lnTo>
                    <a:pt x="57152" y="149225"/>
                  </a:lnTo>
                  <a:lnTo>
                    <a:pt x="57152" y="160338"/>
                  </a:lnTo>
                  <a:lnTo>
                    <a:pt x="36514" y="160338"/>
                  </a:lnTo>
                  <a:close/>
                  <a:moveTo>
                    <a:pt x="222251" y="128588"/>
                  </a:moveTo>
                  <a:lnTo>
                    <a:pt x="242889" y="128588"/>
                  </a:lnTo>
                  <a:lnTo>
                    <a:pt x="242889" y="139701"/>
                  </a:lnTo>
                  <a:lnTo>
                    <a:pt x="222251" y="139701"/>
                  </a:lnTo>
                  <a:close/>
                  <a:moveTo>
                    <a:pt x="192089" y="128588"/>
                  </a:moveTo>
                  <a:lnTo>
                    <a:pt x="212727" y="128588"/>
                  </a:lnTo>
                  <a:lnTo>
                    <a:pt x="212727" y="139701"/>
                  </a:lnTo>
                  <a:lnTo>
                    <a:pt x="192089" y="139701"/>
                  </a:lnTo>
                  <a:close/>
                  <a:moveTo>
                    <a:pt x="160339" y="128588"/>
                  </a:moveTo>
                  <a:lnTo>
                    <a:pt x="180977" y="128588"/>
                  </a:lnTo>
                  <a:lnTo>
                    <a:pt x="180977" y="139701"/>
                  </a:lnTo>
                  <a:lnTo>
                    <a:pt x="160339" y="139701"/>
                  </a:lnTo>
                  <a:close/>
                  <a:moveTo>
                    <a:pt x="128589" y="128588"/>
                  </a:moveTo>
                  <a:lnTo>
                    <a:pt x="149227" y="128588"/>
                  </a:lnTo>
                  <a:lnTo>
                    <a:pt x="149227" y="139701"/>
                  </a:lnTo>
                  <a:lnTo>
                    <a:pt x="128589" y="139701"/>
                  </a:lnTo>
                  <a:close/>
                  <a:moveTo>
                    <a:pt x="66676" y="128588"/>
                  </a:moveTo>
                  <a:lnTo>
                    <a:pt x="87314" y="128588"/>
                  </a:lnTo>
                  <a:lnTo>
                    <a:pt x="87314" y="139701"/>
                  </a:lnTo>
                  <a:lnTo>
                    <a:pt x="66676" y="139701"/>
                  </a:lnTo>
                  <a:close/>
                  <a:moveTo>
                    <a:pt x="36514" y="128588"/>
                  </a:moveTo>
                  <a:lnTo>
                    <a:pt x="57152" y="128588"/>
                  </a:lnTo>
                  <a:lnTo>
                    <a:pt x="57152" y="139701"/>
                  </a:lnTo>
                  <a:lnTo>
                    <a:pt x="36514" y="139701"/>
                  </a:lnTo>
                  <a:close/>
                  <a:moveTo>
                    <a:pt x="20638" y="114300"/>
                  </a:moveTo>
                  <a:lnTo>
                    <a:pt x="20638" y="279400"/>
                  </a:lnTo>
                  <a:lnTo>
                    <a:pt x="103188" y="279400"/>
                  </a:lnTo>
                  <a:lnTo>
                    <a:pt x="103188" y="114300"/>
                  </a:lnTo>
                  <a:close/>
                  <a:moveTo>
                    <a:pt x="222251" y="107950"/>
                  </a:moveTo>
                  <a:lnTo>
                    <a:pt x="242889" y="107950"/>
                  </a:lnTo>
                  <a:lnTo>
                    <a:pt x="242889" y="119063"/>
                  </a:lnTo>
                  <a:lnTo>
                    <a:pt x="222251" y="119063"/>
                  </a:lnTo>
                  <a:close/>
                  <a:moveTo>
                    <a:pt x="192089" y="107950"/>
                  </a:moveTo>
                  <a:lnTo>
                    <a:pt x="212727" y="107950"/>
                  </a:lnTo>
                  <a:lnTo>
                    <a:pt x="212727" y="119063"/>
                  </a:lnTo>
                  <a:lnTo>
                    <a:pt x="192089" y="119063"/>
                  </a:lnTo>
                  <a:close/>
                  <a:moveTo>
                    <a:pt x="160339" y="107950"/>
                  </a:moveTo>
                  <a:lnTo>
                    <a:pt x="180977" y="107950"/>
                  </a:lnTo>
                  <a:lnTo>
                    <a:pt x="180977" y="119063"/>
                  </a:lnTo>
                  <a:lnTo>
                    <a:pt x="160339" y="119063"/>
                  </a:lnTo>
                  <a:close/>
                  <a:moveTo>
                    <a:pt x="128589" y="107950"/>
                  </a:moveTo>
                  <a:lnTo>
                    <a:pt x="149227" y="107950"/>
                  </a:lnTo>
                  <a:lnTo>
                    <a:pt x="149227" y="119063"/>
                  </a:lnTo>
                  <a:lnTo>
                    <a:pt x="128589" y="119063"/>
                  </a:lnTo>
                  <a:close/>
                  <a:moveTo>
                    <a:pt x="222251" y="87313"/>
                  </a:moveTo>
                  <a:lnTo>
                    <a:pt x="242889" y="87313"/>
                  </a:lnTo>
                  <a:lnTo>
                    <a:pt x="242889" y="98426"/>
                  </a:lnTo>
                  <a:lnTo>
                    <a:pt x="222251" y="98426"/>
                  </a:lnTo>
                  <a:close/>
                  <a:moveTo>
                    <a:pt x="192089" y="87313"/>
                  </a:moveTo>
                  <a:lnTo>
                    <a:pt x="212727" y="87313"/>
                  </a:lnTo>
                  <a:lnTo>
                    <a:pt x="212727" y="98426"/>
                  </a:lnTo>
                  <a:lnTo>
                    <a:pt x="192089" y="98426"/>
                  </a:lnTo>
                  <a:close/>
                  <a:moveTo>
                    <a:pt x="160339" y="87313"/>
                  </a:moveTo>
                  <a:lnTo>
                    <a:pt x="180977" y="87313"/>
                  </a:lnTo>
                  <a:lnTo>
                    <a:pt x="180977" y="98426"/>
                  </a:lnTo>
                  <a:lnTo>
                    <a:pt x="160339" y="98426"/>
                  </a:lnTo>
                  <a:close/>
                  <a:moveTo>
                    <a:pt x="128589" y="87313"/>
                  </a:moveTo>
                  <a:lnTo>
                    <a:pt x="149227" y="87313"/>
                  </a:lnTo>
                  <a:lnTo>
                    <a:pt x="149227" y="98426"/>
                  </a:lnTo>
                  <a:lnTo>
                    <a:pt x="128589" y="98426"/>
                  </a:lnTo>
                  <a:close/>
                  <a:moveTo>
                    <a:pt x="222251" y="66675"/>
                  </a:moveTo>
                  <a:lnTo>
                    <a:pt x="242889" y="66675"/>
                  </a:lnTo>
                  <a:lnTo>
                    <a:pt x="242889" y="77788"/>
                  </a:lnTo>
                  <a:lnTo>
                    <a:pt x="222251" y="77788"/>
                  </a:lnTo>
                  <a:close/>
                  <a:moveTo>
                    <a:pt x="192089" y="66675"/>
                  </a:moveTo>
                  <a:lnTo>
                    <a:pt x="212727" y="66675"/>
                  </a:lnTo>
                  <a:lnTo>
                    <a:pt x="212727" y="77788"/>
                  </a:lnTo>
                  <a:lnTo>
                    <a:pt x="192089" y="77788"/>
                  </a:lnTo>
                  <a:close/>
                  <a:moveTo>
                    <a:pt x="160339" y="66675"/>
                  </a:moveTo>
                  <a:lnTo>
                    <a:pt x="180977" y="66675"/>
                  </a:lnTo>
                  <a:lnTo>
                    <a:pt x="180977" y="77788"/>
                  </a:lnTo>
                  <a:lnTo>
                    <a:pt x="160339" y="77788"/>
                  </a:lnTo>
                  <a:close/>
                  <a:moveTo>
                    <a:pt x="128589" y="66675"/>
                  </a:moveTo>
                  <a:lnTo>
                    <a:pt x="149227" y="66675"/>
                  </a:lnTo>
                  <a:lnTo>
                    <a:pt x="149227" y="77788"/>
                  </a:lnTo>
                  <a:lnTo>
                    <a:pt x="128589" y="77788"/>
                  </a:lnTo>
                  <a:close/>
                  <a:moveTo>
                    <a:pt x="222251" y="46038"/>
                  </a:moveTo>
                  <a:lnTo>
                    <a:pt x="242889" y="46038"/>
                  </a:lnTo>
                  <a:lnTo>
                    <a:pt x="242889" y="57151"/>
                  </a:lnTo>
                  <a:lnTo>
                    <a:pt x="222251" y="57151"/>
                  </a:lnTo>
                  <a:close/>
                  <a:moveTo>
                    <a:pt x="192089" y="46038"/>
                  </a:moveTo>
                  <a:lnTo>
                    <a:pt x="212727" y="46038"/>
                  </a:lnTo>
                  <a:lnTo>
                    <a:pt x="212727" y="57151"/>
                  </a:lnTo>
                  <a:lnTo>
                    <a:pt x="192089" y="57151"/>
                  </a:lnTo>
                  <a:close/>
                  <a:moveTo>
                    <a:pt x="160339" y="46038"/>
                  </a:moveTo>
                  <a:lnTo>
                    <a:pt x="180977" y="46038"/>
                  </a:lnTo>
                  <a:lnTo>
                    <a:pt x="180977" y="57151"/>
                  </a:lnTo>
                  <a:lnTo>
                    <a:pt x="160339" y="57151"/>
                  </a:lnTo>
                  <a:close/>
                  <a:moveTo>
                    <a:pt x="128589" y="46038"/>
                  </a:moveTo>
                  <a:lnTo>
                    <a:pt x="149227" y="46038"/>
                  </a:lnTo>
                  <a:lnTo>
                    <a:pt x="149227" y="57151"/>
                  </a:lnTo>
                  <a:lnTo>
                    <a:pt x="128589" y="57151"/>
                  </a:lnTo>
                  <a:close/>
                  <a:moveTo>
                    <a:pt x="222251" y="25400"/>
                  </a:moveTo>
                  <a:lnTo>
                    <a:pt x="242889" y="25400"/>
                  </a:lnTo>
                  <a:lnTo>
                    <a:pt x="242889" y="36513"/>
                  </a:lnTo>
                  <a:lnTo>
                    <a:pt x="222251" y="36513"/>
                  </a:lnTo>
                  <a:close/>
                  <a:moveTo>
                    <a:pt x="192089" y="25400"/>
                  </a:moveTo>
                  <a:lnTo>
                    <a:pt x="212727" y="25400"/>
                  </a:lnTo>
                  <a:lnTo>
                    <a:pt x="212727" y="36513"/>
                  </a:lnTo>
                  <a:lnTo>
                    <a:pt x="192089" y="36513"/>
                  </a:lnTo>
                  <a:close/>
                  <a:moveTo>
                    <a:pt x="160339" y="25400"/>
                  </a:moveTo>
                  <a:lnTo>
                    <a:pt x="180977" y="25400"/>
                  </a:lnTo>
                  <a:lnTo>
                    <a:pt x="180977" y="36513"/>
                  </a:lnTo>
                  <a:lnTo>
                    <a:pt x="160339" y="36513"/>
                  </a:lnTo>
                  <a:close/>
                  <a:moveTo>
                    <a:pt x="128589" y="25400"/>
                  </a:moveTo>
                  <a:lnTo>
                    <a:pt x="149227" y="25400"/>
                  </a:lnTo>
                  <a:lnTo>
                    <a:pt x="149227" y="36513"/>
                  </a:lnTo>
                  <a:lnTo>
                    <a:pt x="128589" y="36513"/>
                  </a:lnTo>
                  <a:close/>
                  <a:moveTo>
                    <a:pt x="114300" y="9525"/>
                  </a:moveTo>
                  <a:lnTo>
                    <a:pt x="114300" y="279400"/>
                  </a:lnTo>
                  <a:lnTo>
                    <a:pt x="258763" y="279400"/>
                  </a:lnTo>
                  <a:lnTo>
                    <a:pt x="258763" y="9525"/>
                  </a:lnTo>
                  <a:close/>
                  <a:moveTo>
                    <a:pt x="103187" y="0"/>
                  </a:moveTo>
                  <a:lnTo>
                    <a:pt x="268288" y="0"/>
                  </a:lnTo>
                  <a:lnTo>
                    <a:pt x="268288" y="320676"/>
                  </a:lnTo>
                  <a:lnTo>
                    <a:pt x="279400" y="320676"/>
                  </a:lnTo>
                  <a:lnTo>
                    <a:pt x="279400" y="331788"/>
                  </a:lnTo>
                  <a:lnTo>
                    <a:pt x="0" y="331788"/>
                  </a:lnTo>
                  <a:lnTo>
                    <a:pt x="0" y="320676"/>
                  </a:lnTo>
                  <a:lnTo>
                    <a:pt x="9525" y="320676"/>
                  </a:lnTo>
                  <a:lnTo>
                    <a:pt x="9525" y="103188"/>
                  </a:lnTo>
                  <a:lnTo>
                    <a:pt x="103187" y="103188"/>
                  </a:lnTo>
                  <a:close/>
                </a:path>
              </a:pathLst>
            </a:custGeom>
            <a:grpFill/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2698092" y="4746810"/>
              <a:ext cx="956266" cy="1359587"/>
            </a:xfrm>
            <a:custGeom>
              <a:avLst/>
              <a:gdLst/>
              <a:ahLst/>
              <a:cxnLst/>
              <a:rect l="l" t="t" r="r" b="b"/>
              <a:pathLst>
                <a:path w="233363" h="331788">
                  <a:moveTo>
                    <a:pt x="166687" y="282575"/>
                  </a:moveTo>
                  <a:lnTo>
                    <a:pt x="166687" y="293688"/>
                  </a:lnTo>
                  <a:lnTo>
                    <a:pt x="190500" y="293688"/>
                  </a:lnTo>
                  <a:lnTo>
                    <a:pt x="190500" y="282575"/>
                  </a:lnTo>
                  <a:close/>
                  <a:moveTo>
                    <a:pt x="104775" y="282575"/>
                  </a:moveTo>
                  <a:lnTo>
                    <a:pt x="104775" y="319088"/>
                  </a:lnTo>
                  <a:lnTo>
                    <a:pt x="130175" y="319088"/>
                  </a:lnTo>
                  <a:lnTo>
                    <a:pt x="130175" y="282575"/>
                  </a:lnTo>
                  <a:close/>
                  <a:moveTo>
                    <a:pt x="42862" y="282575"/>
                  </a:moveTo>
                  <a:lnTo>
                    <a:pt x="42862" y="293688"/>
                  </a:lnTo>
                  <a:lnTo>
                    <a:pt x="68262" y="293688"/>
                  </a:lnTo>
                  <a:lnTo>
                    <a:pt x="68262" y="282575"/>
                  </a:lnTo>
                  <a:close/>
                  <a:moveTo>
                    <a:pt x="159167" y="269875"/>
                  </a:moveTo>
                  <a:cubicBezTo>
                    <a:pt x="159167" y="269875"/>
                    <a:pt x="159167" y="269875"/>
                    <a:pt x="196725" y="269875"/>
                  </a:cubicBezTo>
                  <a:cubicBezTo>
                    <a:pt x="199315" y="269875"/>
                    <a:pt x="203200" y="272483"/>
                    <a:pt x="203200" y="275091"/>
                  </a:cubicBezTo>
                  <a:cubicBezTo>
                    <a:pt x="203200" y="275091"/>
                    <a:pt x="203200" y="275091"/>
                    <a:pt x="203200" y="299868"/>
                  </a:cubicBezTo>
                  <a:cubicBezTo>
                    <a:pt x="203200" y="303780"/>
                    <a:pt x="199315" y="306388"/>
                    <a:pt x="196725" y="306388"/>
                  </a:cubicBezTo>
                  <a:cubicBezTo>
                    <a:pt x="196725" y="306388"/>
                    <a:pt x="196725" y="306388"/>
                    <a:pt x="159167" y="306388"/>
                  </a:cubicBezTo>
                  <a:cubicBezTo>
                    <a:pt x="156577" y="306388"/>
                    <a:pt x="153987" y="303780"/>
                    <a:pt x="153987" y="299868"/>
                  </a:cubicBezTo>
                  <a:cubicBezTo>
                    <a:pt x="153987" y="299868"/>
                    <a:pt x="153987" y="299868"/>
                    <a:pt x="153987" y="275091"/>
                  </a:cubicBezTo>
                  <a:cubicBezTo>
                    <a:pt x="153987" y="272483"/>
                    <a:pt x="156577" y="269875"/>
                    <a:pt x="159167" y="269875"/>
                  </a:cubicBezTo>
                  <a:close/>
                  <a:moveTo>
                    <a:pt x="38225" y="269875"/>
                  </a:moveTo>
                  <a:cubicBezTo>
                    <a:pt x="38225" y="269875"/>
                    <a:pt x="38225" y="269875"/>
                    <a:pt x="74487" y="269875"/>
                  </a:cubicBezTo>
                  <a:cubicBezTo>
                    <a:pt x="78373" y="269875"/>
                    <a:pt x="80963" y="272483"/>
                    <a:pt x="80963" y="275091"/>
                  </a:cubicBezTo>
                  <a:cubicBezTo>
                    <a:pt x="80963" y="275091"/>
                    <a:pt x="80963" y="275091"/>
                    <a:pt x="80963" y="299868"/>
                  </a:cubicBezTo>
                  <a:cubicBezTo>
                    <a:pt x="80963" y="303780"/>
                    <a:pt x="78373" y="306388"/>
                    <a:pt x="74487" y="306388"/>
                  </a:cubicBezTo>
                  <a:cubicBezTo>
                    <a:pt x="74487" y="306388"/>
                    <a:pt x="74487" y="306388"/>
                    <a:pt x="38225" y="306388"/>
                  </a:cubicBezTo>
                  <a:cubicBezTo>
                    <a:pt x="34340" y="306388"/>
                    <a:pt x="31750" y="303780"/>
                    <a:pt x="31750" y="299868"/>
                  </a:cubicBezTo>
                  <a:cubicBezTo>
                    <a:pt x="31750" y="299868"/>
                    <a:pt x="31750" y="299868"/>
                    <a:pt x="31750" y="275091"/>
                  </a:cubicBezTo>
                  <a:cubicBezTo>
                    <a:pt x="31750" y="272483"/>
                    <a:pt x="34340" y="269875"/>
                    <a:pt x="38225" y="269875"/>
                  </a:cubicBezTo>
                  <a:close/>
                  <a:moveTo>
                    <a:pt x="166687" y="233362"/>
                  </a:moveTo>
                  <a:lnTo>
                    <a:pt x="166687" y="246062"/>
                  </a:lnTo>
                  <a:lnTo>
                    <a:pt x="190500" y="246062"/>
                  </a:lnTo>
                  <a:lnTo>
                    <a:pt x="190500" y="233362"/>
                  </a:lnTo>
                  <a:close/>
                  <a:moveTo>
                    <a:pt x="104775" y="233362"/>
                  </a:moveTo>
                  <a:lnTo>
                    <a:pt x="104775" y="246062"/>
                  </a:lnTo>
                  <a:lnTo>
                    <a:pt x="130175" y="246062"/>
                  </a:lnTo>
                  <a:lnTo>
                    <a:pt x="130175" y="233362"/>
                  </a:lnTo>
                  <a:close/>
                  <a:moveTo>
                    <a:pt x="42862" y="233362"/>
                  </a:moveTo>
                  <a:lnTo>
                    <a:pt x="42862" y="246062"/>
                  </a:lnTo>
                  <a:lnTo>
                    <a:pt x="68262" y="246062"/>
                  </a:lnTo>
                  <a:lnTo>
                    <a:pt x="68262" y="233362"/>
                  </a:lnTo>
                  <a:close/>
                  <a:moveTo>
                    <a:pt x="159167" y="220662"/>
                  </a:moveTo>
                  <a:cubicBezTo>
                    <a:pt x="159167" y="220662"/>
                    <a:pt x="159167" y="220662"/>
                    <a:pt x="196725" y="220662"/>
                  </a:cubicBezTo>
                  <a:cubicBezTo>
                    <a:pt x="199315" y="220662"/>
                    <a:pt x="203200" y="223270"/>
                    <a:pt x="203200" y="227182"/>
                  </a:cubicBezTo>
                  <a:cubicBezTo>
                    <a:pt x="203200" y="227182"/>
                    <a:pt x="203200" y="227182"/>
                    <a:pt x="203200" y="250655"/>
                  </a:cubicBezTo>
                  <a:cubicBezTo>
                    <a:pt x="203200" y="254567"/>
                    <a:pt x="199315" y="257175"/>
                    <a:pt x="196725" y="257175"/>
                  </a:cubicBezTo>
                  <a:cubicBezTo>
                    <a:pt x="196725" y="257175"/>
                    <a:pt x="196725" y="257175"/>
                    <a:pt x="159167" y="257175"/>
                  </a:cubicBezTo>
                  <a:cubicBezTo>
                    <a:pt x="156577" y="257175"/>
                    <a:pt x="153987" y="254567"/>
                    <a:pt x="153987" y="250655"/>
                  </a:cubicBezTo>
                  <a:cubicBezTo>
                    <a:pt x="153987" y="250655"/>
                    <a:pt x="153987" y="250655"/>
                    <a:pt x="153987" y="227182"/>
                  </a:cubicBezTo>
                  <a:cubicBezTo>
                    <a:pt x="153987" y="223270"/>
                    <a:pt x="156577" y="220662"/>
                    <a:pt x="159167" y="220662"/>
                  </a:cubicBezTo>
                  <a:close/>
                  <a:moveTo>
                    <a:pt x="98550" y="220662"/>
                  </a:moveTo>
                  <a:cubicBezTo>
                    <a:pt x="98550" y="220662"/>
                    <a:pt x="98550" y="220662"/>
                    <a:pt x="134812" y="220662"/>
                  </a:cubicBezTo>
                  <a:cubicBezTo>
                    <a:pt x="138698" y="220662"/>
                    <a:pt x="141288" y="223270"/>
                    <a:pt x="141288" y="227182"/>
                  </a:cubicBezTo>
                  <a:cubicBezTo>
                    <a:pt x="141288" y="227182"/>
                    <a:pt x="141288" y="227182"/>
                    <a:pt x="141288" y="250655"/>
                  </a:cubicBezTo>
                  <a:cubicBezTo>
                    <a:pt x="141288" y="254567"/>
                    <a:pt x="138698" y="257175"/>
                    <a:pt x="134812" y="257175"/>
                  </a:cubicBezTo>
                  <a:cubicBezTo>
                    <a:pt x="134812" y="257175"/>
                    <a:pt x="134812" y="257175"/>
                    <a:pt x="98550" y="257175"/>
                  </a:cubicBezTo>
                  <a:cubicBezTo>
                    <a:pt x="94665" y="257175"/>
                    <a:pt x="92075" y="254567"/>
                    <a:pt x="92075" y="250655"/>
                  </a:cubicBezTo>
                  <a:cubicBezTo>
                    <a:pt x="92075" y="250655"/>
                    <a:pt x="92075" y="250655"/>
                    <a:pt x="92075" y="227182"/>
                  </a:cubicBezTo>
                  <a:cubicBezTo>
                    <a:pt x="92075" y="223270"/>
                    <a:pt x="94665" y="220662"/>
                    <a:pt x="98550" y="220662"/>
                  </a:cubicBezTo>
                  <a:close/>
                  <a:moveTo>
                    <a:pt x="38225" y="220662"/>
                  </a:moveTo>
                  <a:cubicBezTo>
                    <a:pt x="38225" y="220662"/>
                    <a:pt x="38225" y="220662"/>
                    <a:pt x="74487" y="220662"/>
                  </a:cubicBezTo>
                  <a:cubicBezTo>
                    <a:pt x="78373" y="220662"/>
                    <a:pt x="80963" y="223270"/>
                    <a:pt x="80963" y="227182"/>
                  </a:cubicBezTo>
                  <a:cubicBezTo>
                    <a:pt x="80963" y="227182"/>
                    <a:pt x="80963" y="227182"/>
                    <a:pt x="80963" y="250655"/>
                  </a:cubicBezTo>
                  <a:cubicBezTo>
                    <a:pt x="80963" y="254567"/>
                    <a:pt x="78373" y="257175"/>
                    <a:pt x="74487" y="257175"/>
                  </a:cubicBezTo>
                  <a:cubicBezTo>
                    <a:pt x="74487" y="257175"/>
                    <a:pt x="74487" y="257175"/>
                    <a:pt x="38225" y="257175"/>
                  </a:cubicBezTo>
                  <a:cubicBezTo>
                    <a:pt x="34340" y="257175"/>
                    <a:pt x="31750" y="254567"/>
                    <a:pt x="31750" y="250655"/>
                  </a:cubicBezTo>
                  <a:cubicBezTo>
                    <a:pt x="31750" y="250655"/>
                    <a:pt x="31750" y="250655"/>
                    <a:pt x="31750" y="227182"/>
                  </a:cubicBezTo>
                  <a:cubicBezTo>
                    <a:pt x="31750" y="223270"/>
                    <a:pt x="34340" y="220662"/>
                    <a:pt x="38225" y="220662"/>
                  </a:cubicBezTo>
                  <a:close/>
                  <a:moveTo>
                    <a:pt x="166687" y="184149"/>
                  </a:moveTo>
                  <a:lnTo>
                    <a:pt x="166687" y="196849"/>
                  </a:lnTo>
                  <a:lnTo>
                    <a:pt x="190500" y="196849"/>
                  </a:lnTo>
                  <a:lnTo>
                    <a:pt x="190500" y="184149"/>
                  </a:lnTo>
                  <a:close/>
                  <a:moveTo>
                    <a:pt x="104775" y="184149"/>
                  </a:moveTo>
                  <a:lnTo>
                    <a:pt x="104775" y="196849"/>
                  </a:lnTo>
                  <a:lnTo>
                    <a:pt x="130175" y="196849"/>
                  </a:lnTo>
                  <a:lnTo>
                    <a:pt x="130175" y="184149"/>
                  </a:lnTo>
                  <a:close/>
                  <a:moveTo>
                    <a:pt x="42862" y="184149"/>
                  </a:moveTo>
                  <a:lnTo>
                    <a:pt x="42862" y="196849"/>
                  </a:lnTo>
                  <a:lnTo>
                    <a:pt x="68262" y="196849"/>
                  </a:lnTo>
                  <a:lnTo>
                    <a:pt x="68262" y="184149"/>
                  </a:lnTo>
                  <a:close/>
                  <a:moveTo>
                    <a:pt x="38225" y="171450"/>
                  </a:moveTo>
                  <a:cubicBezTo>
                    <a:pt x="38225" y="171450"/>
                    <a:pt x="38225" y="171450"/>
                    <a:pt x="74487" y="171450"/>
                  </a:cubicBezTo>
                  <a:cubicBezTo>
                    <a:pt x="78373" y="171450"/>
                    <a:pt x="80963" y="174058"/>
                    <a:pt x="80963" y="177970"/>
                  </a:cubicBezTo>
                  <a:cubicBezTo>
                    <a:pt x="80963" y="177970"/>
                    <a:pt x="80963" y="177970"/>
                    <a:pt x="80963" y="201443"/>
                  </a:cubicBezTo>
                  <a:cubicBezTo>
                    <a:pt x="80963" y="205355"/>
                    <a:pt x="78373" y="207963"/>
                    <a:pt x="74487" y="207963"/>
                  </a:cubicBezTo>
                  <a:cubicBezTo>
                    <a:pt x="74487" y="207963"/>
                    <a:pt x="74487" y="207963"/>
                    <a:pt x="38225" y="207963"/>
                  </a:cubicBezTo>
                  <a:cubicBezTo>
                    <a:pt x="34340" y="207963"/>
                    <a:pt x="31750" y="205355"/>
                    <a:pt x="31750" y="201443"/>
                  </a:cubicBezTo>
                  <a:cubicBezTo>
                    <a:pt x="31750" y="201443"/>
                    <a:pt x="31750" y="201443"/>
                    <a:pt x="31750" y="177970"/>
                  </a:cubicBezTo>
                  <a:cubicBezTo>
                    <a:pt x="31750" y="174058"/>
                    <a:pt x="34340" y="171450"/>
                    <a:pt x="38225" y="171450"/>
                  </a:cubicBezTo>
                  <a:close/>
                  <a:moveTo>
                    <a:pt x="159167" y="171449"/>
                  </a:moveTo>
                  <a:cubicBezTo>
                    <a:pt x="159167" y="171449"/>
                    <a:pt x="159167" y="171449"/>
                    <a:pt x="196725" y="171449"/>
                  </a:cubicBezTo>
                  <a:cubicBezTo>
                    <a:pt x="199315" y="171449"/>
                    <a:pt x="203200" y="174057"/>
                    <a:pt x="203200" y="177969"/>
                  </a:cubicBezTo>
                  <a:cubicBezTo>
                    <a:pt x="203200" y="177969"/>
                    <a:pt x="203200" y="177969"/>
                    <a:pt x="203200" y="201442"/>
                  </a:cubicBezTo>
                  <a:cubicBezTo>
                    <a:pt x="203200" y="205354"/>
                    <a:pt x="199315" y="207962"/>
                    <a:pt x="196725" y="207962"/>
                  </a:cubicBezTo>
                  <a:cubicBezTo>
                    <a:pt x="196725" y="207962"/>
                    <a:pt x="196725" y="207962"/>
                    <a:pt x="159167" y="207962"/>
                  </a:cubicBezTo>
                  <a:cubicBezTo>
                    <a:pt x="156577" y="207962"/>
                    <a:pt x="153987" y="205354"/>
                    <a:pt x="153987" y="201442"/>
                  </a:cubicBezTo>
                  <a:cubicBezTo>
                    <a:pt x="153987" y="201442"/>
                    <a:pt x="153987" y="201442"/>
                    <a:pt x="153987" y="177969"/>
                  </a:cubicBezTo>
                  <a:cubicBezTo>
                    <a:pt x="153987" y="174057"/>
                    <a:pt x="156577" y="171449"/>
                    <a:pt x="159167" y="171449"/>
                  </a:cubicBezTo>
                  <a:close/>
                  <a:moveTo>
                    <a:pt x="98550" y="171449"/>
                  </a:moveTo>
                  <a:cubicBezTo>
                    <a:pt x="98550" y="171449"/>
                    <a:pt x="98550" y="171449"/>
                    <a:pt x="134812" y="171449"/>
                  </a:cubicBezTo>
                  <a:cubicBezTo>
                    <a:pt x="138698" y="171449"/>
                    <a:pt x="141288" y="174057"/>
                    <a:pt x="141288" y="177969"/>
                  </a:cubicBezTo>
                  <a:cubicBezTo>
                    <a:pt x="141288" y="177969"/>
                    <a:pt x="141288" y="177969"/>
                    <a:pt x="141288" y="201442"/>
                  </a:cubicBezTo>
                  <a:cubicBezTo>
                    <a:pt x="141288" y="205354"/>
                    <a:pt x="138698" y="207962"/>
                    <a:pt x="134812" y="207962"/>
                  </a:cubicBezTo>
                  <a:cubicBezTo>
                    <a:pt x="134812" y="207962"/>
                    <a:pt x="134812" y="207962"/>
                    <a:pt x="98550" y="207962"/>
                  </a:cubicBezTo>
                  <a:cubicBezTo>
                    <a:pt x="94665" y="207962"/>
                    <a:pt x="92075" y="205354"/>
                    <a:pt x="92075" y="201442"/>
                  </a:cubicBezTo>
                  <a:cubicBezTo>
                    <a:pt x="92075" y="201442"/>
                    <a:pt x="92075" y="201442"/>
                    <a:pt x="92075" y="177969"/>
                  </a:cubicBezTo>
                  <a:cubicBezTo>
                    <a:pt x="92075" y="174057"/>
                    <a:pt x="94665" y="171449"/>
                    <a:pt x="98550" y="171449"/>
                  </a:cubicBezTo>
                  <a:close/>
                  <a:moveTo>
                    <a:pt x="166687" y="134937"/>
                  </a:moveTo>
                  <a:lnTo>
                    <a:pt x="166687" y="147637"/>
                  </a:lnTo>
                  <a:lnTo>
                    <a:pt x="190500" y="147637"/>
                  </a:lnTo>
                  <a:lnTo>
                    <a:pt x="190500" y="134937"/>
                  </a:lnTo>
                  <a:close/>
                  <a:moveTo>
                    <a:pt x="104775" y="134937"/>
                  </a:moveTo>
                  <a:lnTo>
                    <a:pt x="104775" y="147637"/>
                  </a:lnTo>
                  <a:lnTo>
                    <a:pt x="130175" y="147637"/>
                  </a:lnTo>
                  <a:lnTo>
                    <a:pt x="130175" y="134937"/>
                  </a:lnTo>
                  <a:close/>
                  <a:moveTo>
                    <a:pt x="42862" y="134937"/>
                  </a:moveTo>
                  <a:lnTo>
                    <a:pt x="42862" y="147637"/>
                  </a:lnTo>
                  <a:lnTo>
                    <a:pt x="68262" y="147637"/>
                  </a:lnTo>
                  <a:lnTo>
                    <a:pt x="68262" y="134937"/>
                  </a:lnTo>
                  <a:close/>
                  <a:moveTo>
                    <a:pt x="159167" y="122237"/>
                  </a:moveTo>
                  <a:cubicBezTo>
                    <a:pt x="159167" y="122237"/>
                    <a:pt x="159167" y="122237"/>
                    <a:pt x="196725" y="122237"/>
                  </a:cubicBezTo>
                  <a:cubicBezTo>
                    <a:pt x="199315" y="122237"/>
                    <a:pt x="203200" y="124845"/>
                    <a:pt x="203200" y="128757"/>
                  </a:cubicBezTo>
                  <a:cubicBezTo>
                    <a:pt x="203200" y="128757"/>
                    <a:pt x="203200" y="128757"/>
                    <a:pt x="203200" y="153534"/>
                  </a:cubicBezTo>
                  <a:cubicBezTo>
                    <a:pt x="203200" y="156142"/>
                    <a:pt x="199315" y="158750"/>
                    <a:pt x="196725" y="158750"/>
                  </a:cubicBezTo>
                  <a:cubicBezTo>
                    <a:pt x="196725" y="158750"/>
                    <a:pt x="196725" y="158750"/>
                    <a:pt x="159167" y="158750"/>
                  </a:cubicBezTo>
                  <a:cubicBezTo>
                    <a:pt x="156577" y="158750"/>
                    <a:pt x="153987" y="156142"/>
                    <a:pt x="153987" y="153534"/>
                  </a:cubicBezTo>
                  <a:cubicBezTo>
                    <a:pt x="153987" y="153534"/>
                    <a:pt x="153987" y="153534"/>
                    <a:pt x="153987" y="128757"/>
                  </a:cubicBezTo>
                  <a:cubicBezTo>
                    <a:pt x="153987" y="124845"/>
                    <a:pt x="156577" y="122237"/>
                    <a:pt x="159167" y="122237"/>
                  </a:cubicBezTo>
                  <a:close/>
                  <a:moveTo>
                    <a:pt x="98550" y="122237"/>
                  </a:moveTo>
                  <a:cubicBezTo>
                    <a:pt x="98550" y="122237"/>
                    <a:pt x="98550" y="122237"/>
                    <a:pt x="134812" y="122237"/>
                  </a:cubicBezTo>
                  <a:cubicBezTo>
                    <a:pt x="138698" y="122237"/>
                    <a:pt x="141288" y="124845"/>
                    <a:pt x="141288" y="128757"/>
                  </a:cubicBezTo>
                  <a:cubicBezTo>
                    <a:pt x="141288" y="128757"/>
                    <a:pt x="141288" y="128757"/>
                    <a:pt x="141288" y="153534"/>
                  </a:cubicBezTo>
                  <a:cubicBezTo>
                    <a:pt x="141288" y="156142"/>
                    <a:pt x="138698" y="158750"/>
                    <a:pt x="134812" y="158750"/>
                  </a:cubicBezTo>
                  <a:cubicBezTo>
                    <a:pt x="134812" y="158750"/>
                    <a:pt x="134812" y="158750"/>
                    <a:pt x="98550" y="158750"/>
                  </a:cubicBezTo>
                  <a:cubicBezTo>
                    <a:pt x="94665" y="158750"/>
                    <a:pt x="92075" y="156142"/>
                    <a:pt x="92075" y="153534"/>
                  </a:cubicBezTo>
                  <a:cubicBezTo>
                    <a:pt x="92075" y="153534"/>
                    <a:pt x="92075" y="153534"/>
                    <a:pt x="92075" y="128757"/>
                  </a:cubicBezTo>
                  <a:cubicBezTo>
                    <a:pt x="92075" y="124845"/>
                    <a:pt x="94665" y="122237"/>
                    <a:pt x="98550" y="122237"/>
                  </a:cubicBezTo>
                  <a:close/>
                  <a:moveTo>
                    <a:pt x="38225" y="122237"/>
                  </a:moveTo>
                  <a:cubicBezTo>
                    <a:pt x="38225" y="122237"/>
                    <a:pt x="38225" y="122237"/>
                    <a:pt x="74487" y="122237"/>
                  </a:cubicBezTo>
                  <a:cubicBezTo>
                    <a:pt x="78373" y="122237"/>
                    <a:pt x="80963" y="124845"/>
                    <a:pt x="80963" y="128757"/>
                  </a:cubicBezTo>
                  <a:cubicBezTo>
                    <a:pt x="80963" y="128757"/>
                    <a:pt x="80963" y="128757"/>
                    <a:pt x="80963" y="153534"/>
                  </a:cubicBezTo>
                  <a:cubicBezTo>
                    <a:pt x="80963" y="156142"/>
                    <a:pt x="78373" y="158750"/>
                    <a:pt x="74487" y="158750"/>
                  </a:cubicBezTo>
                  <a:cubicBezTo>
                    <a:pt x="74487" y="158750"/>
                    <a:pt x="74487" y="158750"/>
                    <a:pt x="38225" y="158750"/>
                  </a:cubicBezTo>
                  <a:cubicBezTo>
                    <a:pt x="34340" y="158750"/>
                    <a:pt x="31750" y="156142"/>
                    <a:pt x="31750" y="153534"/>
                  </a:cubicBezTo>
                  <a:cubicBezTo>
                    <a:pt x="31750" y="153534"/>
                    <a:pt x="31750" y="153534"/>
                    <a:pt x="31750" y="128757"/>
                  </a:cubicBezTo>
                  <a:cubicBezTo>
                    <a:pt x="31750" y="124845"/>
                    <a:pt x="34340" y="122237"/>
                    <a:pt x="38225" y="122237"/>
                  </a:cubicBezTo>
                  <a:close/>
                  <a:moveTo>
                    <a:pt x="166687" y="85724"/>
                  </a:moveTo>
                  <a:lnTo>
                    <a:pt x="166687" y="98424"/>
                  </a:lnTo>
                  <a:lnTo>
                    <a:pt x="190500" y="98424"/>
                  </a:lnTo>
                  <a:lnTo>
                    <a:pt x="190500" y="85724"/>
                  </a:lnTo>
                  <a:close/>
                  <a:moveTo>
                    <a:pt x="104775" y="85724"/>
                  </a:moveTo>
                  <a:lnTo>
                    <a:pt x="104775" y="98424"/>
                  </a:lnTo>
                  <a:lnTo>
                    <a:pt x="130175" y="98424"/>
                  </a:lnTo>
                  <a:lnTo>
                    <a:pt x="130175" y="85724"/>
                  </a:lnTo>
                  <a:close/>
                  <a:moveTo>
                    <a:pt x="42862" y="85724"/>
                  </a:moveTo>
                  <a:lnTo>
                    <a:pt x="42862" y="98424"/>
                  </a:lnTo>
                  <a:lnTo>
                    <a:pt x="68262" y="98424"/>
                  </a:lnTo>
                  <a:lnTo>
                    <a:pt x="68262" y="85724"/>
                  </a:lnTo>
                  <a:close/>
                  <a:moveTo>
                    <a:pt x="159167" y="73024"/>
                  </a:moveTo>
                  <a:cubicBezTo>
                    <a:pt x="159167" y="73024"/>
                    <a:pt x="159167" y="73024"/>
                    <a:pt x="196725" y="73024"/>
                  </a:cubicBezTo>
                  <a:cubicBezTo>
                    <a:pt x="199315" y="73024"/>
                    <a:pt x="203200" y="75632"/>
                    <a:pt x="203200" y="79544"/>
                  </a:cubicBezTo>
                  <a:cubicBezTo>
                    <a:pt x="203200" y="79544"/>
                    <a:pt x="203200" y="79544"/>
                    <a:pt x="203200" y="104321"/>
                  </a:cubicBezTo>
                  <a:cubicBezTo>
                    <a:pt x="203200" y="106929"/>
                    <a:pt x="199315" y="109537"/>
                    <a:pt x="196725" y="109537"/>
                  </a:cubicBezTo>
                  <a:cubicBezTo>
                    <a:pt x="196725" y="109537"/>
                    <a:pt x="196725" y="109537"/>
                    <a:pt x="159167" y="109537"/>
                  </a:cubicBezTo>
                  <a:cubicBezTo>
                    <a:pt x="156577" y="109537"/>
                    <a:pt x="153987" y="106929"/>
                    <a:pt x="153987" y="104321"/>
                  </a:cubicBezTo>
                  <a:cubicBezTo>
                    <a:pt x="153987" y="104321"/>
                    <a:pt x="153987" y="104321"/>
                    <a:pt x="153987" y="79544"/>
                  </a:cubicBezTo>
                  <a:cubicBezTo>
                    <a:pt x="153987" y="75632"/>
                    <a:pt x="156577" y="73024"/>
                    <a:pt x="159167" y="73024"/>
                  </a:cubicBezTo>
                  <a:close/>
                  <a:moveTo>
                    <a:pt x="98550" y="73024"/>
                  </a:moveTo>
                  <a:cubicBezTo>
                    <a:pt x="98550" y="73024"/>
                    <a:pt x="98550" y="73024"/>
                    <a:pt x="134812" y="73024"/>
                  </a:cubicBezTo>
                  <a:cubicBezTo>
                    <a:pt x="138698" y="73024"/>
                    <a:pt x="141288" y="75632"/>
                    <a:pt x="141288" y="79544"/>
                  </a:cubicBezTo>
                  <a:cubicBezTo>
                    <a:pt x="141288" y="79544"/>
                    <a:pt x="141288" y="79544"/>
                    <a:pt x="141288" y="104321"/>
                  </a:cubicBezTo>
                  <a:cubicBezTo>
                    <a:pt x="141288" y="106929"/>
                    <a:pt x="138698" y="109537"/>
                    <a:pt x="134812" y="109537"/>
                  </a:cubicBezTo>
                  <a:cubicBezTo>
                    <a:pt x="134812" y="109537"/>
                    <a:pt x="134812" y="109537"/>
                    <a:pt x="98550" y="109537"/>
                  </a:cubicBezTo>
                  <a:cubicBezTo>
                    <a:pt x="94665" y="109537"/>
                    <a:pt x="92075" y="106929"/>
                    <a:pt x="92075" y="104321"/>
                  </a:cubicBezTo>
                  <a:cubicBezTo>
                    <a:pt x="92075" y="104321"/>
                    <a:pt x="92075" y="104321"/>
                    <a:pt x="92075" y="79544"/>
                  </a:cubicBezTo>
                  <a:cubicBezTo>
                    <a:pt x="92075" y="75632"/>
                    <a:pt x="94665" y="73024"/>
                    <a:pt x="98550" y="73024"/>
                  </a:cubicBezTo>
                  <a:close/>
                  <a:moveTo>
                    <a:pt x="38225" y="73024"/>
                  </a:moveTo>
                  <a:cubicBezTo>
                    <a:pt x="38225" y="73024"/>
                    <a:pt x="38225" y="73024"/>
                    <a:pt x="74487" y="73024"/>
                  </a:cubicBezTo>
                  <a:cubicBezTo>
                    <a:pt x="78373" y="73024"/>
                    <a:pt x="80963" y="75632"/>
                    <a:pt x="80963" y="79544"/>
                  </a:cubicBezTo>
                  <a:cubicBezTo>
                    <a:pt x="80963" y="79544"/>
                    <a:pt x="80963" y="79544"/>
                    <a:pt x="80963" y="104321"/>
                  </a:cubicBezTo>
                  <a:cubicBezTo>
                    <a:pt x="80963" y="106929"/>
                    <a:pt x="78373" y="109537"/>
                    <a:pt x="74487" y="109537"/>
                  </a:cubicBezTo>
                  <a:cubicBezTo>
                    <a:pt x="74487" y="109537"/>
                    <a:pt x="74487" y="109537"/>
                    <a:pt x="38225" y="109537"/>
                  </a:cubicBezTo>
                  <a:cubicBezTo>
                    <a:pt x="34340" y="109537"/>
                    <a:pt x="31750" y="106929"/>
                    <a:pt x="31750" y="104321"/>
                  </a:cubicBezTo>
                  <a:cubicBezTo>
                    <a:pt x="31750" y="104321"/>
                    <a:pt x="31750" y="104321"/>
                    <a:pt x="31750" y="79544"/>
                  </a:cubicBezTo>
                  <a:cubicBezTo>
                    <a:pt x="31750" y="75632"/>
                    <a:pt x="34340" y="73024"/>
                    <a:pt x="38225" y="73024"/>
                  </a:cubicBezTo>
                  <a:close/>
                  <a:moveTo>
                    <a:pt x="166687" y="36512"/>
                  </a:moveTo>
                  <a:lnTo>
                    <a:pt x="166687" y="49212"/>
                  </a:lnTo>
                  <a:lnTo>
                    <a:pt x="190500" y="49212"/>
                  </a:lnTo>
                  <a:lnTo>
                    <a:pt x="190500" y="36512"/>
                  </a:lnTo>
                  <a:close/>
                  <a:moveTo>
                    <a:pt x="104775" y="36512"/>
                  </a:moveTo>
                  <a:lnTo>
                    <a:pt x="104775" y="49212"/>
                  </a:lnTo>
                  <a:lnTo>
                    <a:pt x="130175" y="49212"/>
                  </a:lnTo>
                  <a:lnTo>
                    <a:pt x="130175" y="36512"/>
                  </a:lnTo>
                  <a:close/>
                  <a:moveTo>
                    <a:pt x="42862" y="36512"/>
                  </a:moveTo>
                  <a:lnTo>
                    <a:pt x="42862" y="49212"/>
                  </a:lnTo>
                  <a:lnTo>
                    <a:pt x="68262" y="49212"/>
                  </a:lnTo>
                  <a:lnTo>
                    <a:pt x="68262" y="36512"/>
                  </a:lnTo>
                  <a:close/>
                  <a:moveTo>
                    <a:pt x="159167" y="23812"/>
                  </a:moveTo>
                  <a:cubicBezTo>
                    <a:pt x="159167" y="23812"/>
                    <a:pt x="159167" y="23812"/>
                    <a:pt x="196725" y="23812"/>
                  </a:cubicBezTo>
                  <a:cubicBezTo>
                    <a:pt x="199315" y="23812"/>
                    <a:pt x="203200" y="26420"/>
                    <a:pt x="203200" y="30332"/>
                  </a:cubicBezTo>
                  <a:cubicBezTo>
                    <a:pt x="203200" y="30332"/>
                    <a:pt x="203200" y="30332"/>
                    <a:pt x="203200" y="55109"/>
                  </a:cubicBezTo>
                  <a:cubicBezTo>
                    <a:pt x="203200" y="57717"/>
                    <a:pt x="199315" y="60325"/>
                    <a:pt x="196725" y="60325"/>
                  </a:cubicBezTo>
                  <a:cubicBezTo>
                    <a:pt x="196725" y="60325"/>
                    <a:pt x="196725" y="60325"/>
                    <a:pt x="159167" y="60325"/>
                  </a:cubicBezTo>
                  <a:cubicBezTo>
                    <a:pt x="156577" y="60325"/>
                    <a:pt x="153987" y="57717"/>
                    <a:pt x="153987" y="55109"/>
                  </a:cubicBezTo>
                  <a:cubicBezTo>
                    <a:pt x="153987" y="55109"/>
                    <a:pt x="153987" y="55109"/>
                    <a:pt x="153987" y="30332"/>
                  </a:cubicBezTo>
                  <a:cubicBezTo>
                    <a:pt x="153987" y="26420"/>
                    <a:pt x="156577" y="23812"/>
                    <a:pt x="159167" y="23812"/>
                  </a:cubicBezTo>
                  <a:close/>
                  <a:moveTo>
                    <a:pt x="98550" y="23812"/>
                  </a:moveTo>
                  <a:cubicBezTo>
                    <a:pt x="98550" y="23812"/>
                    <a:pt x="98550" y="23812"/>
                    <a:pt x="134812" y="23812"/>
                  </a:cubicBezTo>
                  <a:cubicBezTo>
                    <a:pt x="138698" y="23812"/>
                    <a:pt x="141288" y="26420"/>
                    <a:pt x="141288" y="30332"/>
                  </a:cubicBezTo>
                  <a:cubicBezTo>
                    <a:pt x="141288" y="30332"/>
                    <a:pt x="141288" y="30332"/>
                    <a:pt x="141288" y="55109"/>
                  </a:cubicBezTo>
                  <a:cubicBezTo>
                    <a:pt x="141288" y="57717"/>
                    <a:pt x="138698" y="60325"/>
                    <a:pt x="134812" y="60325"/>
                  </a:cubicBezTo>
                  <a:cubicBezTo>
                    <a:pt x="134812" y="60325"/>
                    <a:pt x="134812" y="60325"/>
                    <a:pt x="98550" y="60325"/>
                  </a:cubicBezTo>
                  <a:cubicBezTo>
                    <a:pt x="94665" y="60325"/>
                    <a:pt x="92075" y="57717"/>
                    <a:pt x="92075" y="55109"/>
                  </a:cubicBezTo>
                  <a:cubicBezTo>
                    <a:pt x="92075" y="55109"/>
                    <a:pt x="92075" y="55109"/>
                    <a:pt x="92075" y="30332"/>
                  </a:cubicBezTo>
                  <a:cubicBezTo>
                    <a:pt x="92075" y="26420"/>
                    <a:pt x="94665" y="23812"/>
                    <a:pt x="98550" y="23812"/>
                  </a:cubicBezTo>
                  <a:close/>
                  <a:moveTo>
                    <a:pt x="38225" y="23812"/>
                  </a:moveTo>
                  <a:cubicBezTo>
                    <a:pt x="38225" y="23812"/>
                    <a:pt x="38225" y="23812"/>
                    <a:pt x="74487" y="23812"/>
                  </a:cubicBezTo>
                  <a:cubicBezTo>
                    <a:pt x="78373" y="23812"/>
                    <a:pt x="80963" y="26420"/>
                    <a:pt x="80963" y="30332"/>
                  </a:cubicBezTo>
                  <a:cubicBezTo>
                    <a:pt x="80963" y="30332"/>
                    <a:pt x="80963" y="30332"/>
                    <a:pt x="80963" y="55109"/>
                  </a:cubicBezTo>
                  <a:cubicBezTo>
                    <a:pt x="80963" y="57717"/>
                    <a:pt x="78373" y="60325"/>
                    <a:pt x="74487" y="60325"/>
                  </a:cubicBezTo>
                  <a:cubicBezTo>
                    <a:pt x="74487" y="60325"/>
                    <a:pt x="74487" y="60325"/>
                    <a:pt x="38225" y="60325"/>
                  </a:cubicBezTo>
                  <a:cubicBezTo>
                    <a:pt x="34340" y="60325"/>
                    <a:pt x="31750" y="57717"/>
                    <a:pt x="31750" y="55109"/>
                  </a:cubicBezTo>
                  <a:cubicBezTo>
                    <a:pt x="31750" y="55109"/>
                    <a:pt x="31750" y="55109"/>
                    <a:pt x="31750" y="30332"/>
                  </a:cubicBezTo>
                  <a:cubicBezTo>
                    <a:pt x="31750" y="26420"/>
                    <a:pt x="34340" y="23812"/>
                    <a:pt x="38225" y="23812"/>
                  </a:cubicBezTo>
                  <a:close/>
                  <a:moveTo>
                    <a:pt x="19050" y="11112"/>
                  </a:moveTo>
                  <a:lnTo>
                    <a:pt x="19050" y="319087"/>
                  </a:lnTo>
                  <a:cubicBezTo>
                    <a:pt x="19050" y="319087"/>
                    <a:pt x="19050" y="319087"/>
                    <a:pt x="92054" y="319087"/>
                  </a:cubicBezTo>
                  <a:cubicBezTo>
                    <a:pt x="92054" y="319087"/>
                    <a:pt x="92054" y="319087"/>
                    <a:pt x="92054" y="275091"/>
                  </a:cubicBezTo>
                  <a:cubicBezTo>
                    <a:pt x="92054" y="272503"/>
                    <a:pt x="94661" y="269915"/>
                    <a:pt x="98572" y="269915"/>
                  </a:cubicBezTo>
                  <a:cubicBezTo>
                    <a:pt x="98572" y="269915"/>
                    <a:pt x="98572" y="269915"/>
                    <a:pt x="135074" y="269915"/>
                  </a:cubicBezTo>
                  <a:cubicBezTo>
                    <a:pt x="138985" y="269915"/>
                    <a:pt x="141592" y="272503"/>
                    <a:pt x="141592" y="275091"/>
                  </a:cubicBezTo>
                  <a:cubicBezTo>
                    <a:pt x="141592" y="275091"/>
                    <a:pt x="141592" y="275091"/>
                    <a:pt x="141592" y="319087"/>
                  </a:cubicBezTo>
                  <a:cubicBezTo>
                    <a:pt x="141592" y="319087"/>
                    <a:pt x="141592" y="319087"/>
                    <a:pt x="215900" y="319087"/>
                  </a:cubicBezTo>
                  <a:cubicBezTo>
                    <a:pt x="215900" y="319087"/>
                    <a:pt x="215900" y="319087"/>
                    <a:pt x="215900" y="11112"/>
                  </a:cubicBezTo>
                  <a:cubicBezTo>
                    <a:pt x="215900" y="11112"/>
                    <a:pt x="215900" y="11112"/>
                    <a:pt x="19050" y="11112"/>
                  </a:cubicBezTo>
                  <a:close/>
                  <a:moveTo>
                    <a:pt x="12964" y="0"/>
                  </a:moveTo>
                  <a:cubicBezTo>
                    <a:pt x="12964" y="0"/>
                    <a:pt x="12964" y="0"/>
                    <a:pt x="220399" y="0"/>
                  </a:cubicBezTo>
                  <a:cubicBezTo>
                    <a:pt x="220399" y="0"/>
                    <a:pt x="221695" y="0"/>
                    <a:pt x="221695" y="0"/>
                  </a:cubicBezTo>
                  <a:cubicBezTo>
                    <a:pt x="224288" y="0"/>
                    <a:pt x="226881" y="2592"/>
                    <a:pt x="226881" y="6480"/>
                  </a:cubicBezTo>
                  <a:cubicBezTo>
                    <a:pt x="226881" y="6480"/>
                    <a:pt x="226881" y="6480"/>
                    <a:pt x="226881" y="320124"/>
                  </a:cubicBezTo>
                  <a:cubicBezTo>
                    <a:pt x="230770" y="320124"/>
                    <a:pt x="233363" y="322716"/>
                    <a:pt x="233363" y="325308"/>
                  </a:cubicBezTo>
                  <a:cubicBezTo>
                    <a:pt x="233363" y="329196"/>
                    <a:pt x="230770" y="331788"/>
                    <a:pt x="226881" y="331788"/>
                  </a:cubicBezTo>
                  <a:cubicBezTo>
                    <a:pt x="226881" y="331788"/>
                    <a:pt x="226881" y="331788"/>
                    <a:pt x="6482" y="331788"/>
                  </a:cubicBezTo>
                  <a:cubicBezTo>
                    <a:pt x="2593" y="331788"/>
                    <a:pt x="0" y="329196"/>
                    <a:pt x="0" y="325308"/>
                  </a:cubicBezTo>
                  <a:cubicBezTo>
                    <a:pt x="0" y="322716"/>
                    <a:pt x="2593" y="320124"/>
                    <a:pt x="6482" y="320124"/>
                  </a:cubicBezTo>
                  <a:cubicBezTo>
                    <a:pt x="6482" y="320124"/>
                    <a:pt x="6482" y="320124"/>
                    <a:pt x="6482" y="6480"/>
                  </a:cubicBezTo>
                  <a:cubicBezTo>
                    <a:pt x="6482" y="2592"/>
                    <a:pt x="9075" y="0"/>
                    <a:pt x="12964" y="0"/>
                  </a:cubicBezTo>
                  <a:close/>
                </a:path>
              </a:pathLst>
            </a:custGeom>
            <a:grpFill/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1023836" y="3042856"/>
              <a:ext cx="2017816" cy="3063542"/>
            </a:xfrm>
            <a:custGeom>
              <a:avLst/>
              <a:gdLst/>
              <a:ahLst/>
              <a:cxnLst/>
              <a:rect l="l" t="t" r="r" b="b"/>
              <a:pathLst>
                <a:path w="217488" h="330200">
                  <a:moveTo>
                    <a:pt x="153811" y="134937"/>
                  </a:moveTo>
                  <a:cubicBezTo>
                    <a:pt x="156281" y="134937"/>
                    <a:pt x="158750" y="137514"/>
                    <a:pt x="158750" y="140091"/>
                  </a:cubicBezTo>
                  <a:cubicBezTo>
                    <a:pt x="158750" y="140091"/>
                    <a:pt x="158750" y="140091"/>
                    <a:pt x="158750" y="307584"/>
                  </a:cubicBezTo>
                  <a:cubicBezTo>
                    <a:pt x="158750" y="310160"/>
                    <a:pt x="156281" y="312737"/>
                    <a:pt x="153811" y="312737"/>
                  </a:cubicBezTo>
                  <a:cubicBezTo>
                    <a:pt x="150107" y="312737"/>
                    <a:pt x="147637" y="310160"/>
                    <a:pt x="147637" y="307584"/>
                  </a:cubicBezTo>
                  <a:cubicBezTo>
                    <a:pt x="147637" y="307584"/>
                    <a:pt x="147637" y="307584"/>
                    <a:pt x="147637" y="140091"/>
                  </a:cubicBezTo>
                  <a:cubicBezTo>
                    <a:pt x="147637" y="137514"/>
                    <a:pt x="150107" y="134937"/>
                    <a:pt x="153811" y="134937"/>
                  </a:cubicBezTo>
                  <a:close/>
                  <a:moveTo>
                    <a:pt x="135732" y="134937"/>
                  </a:moveTo>
                  <a:cubicBezTo>
                    <a:pt x="138510" y="134937"/>
                    <a:pt x="141288" y="137514"/>
                    <a:pt x="141288" y="140091"/>
                  </a:cubicBezTo>
                  <a:cubicBezTo>
                    <a:pt x="141288" y="140091"/>
                    <a:pt x="141288" y="140091"/>
                    <a:pt x="141288" y="307584"/>
                  </a:cubicBezTo>
                  <a:cubicBezTo>
                    <a:pt x="141288" y="310160"/>
                    <a:pt x="138510" y="312737"/>
                    <a:pt x="135732" y="312737"/>
                  </a:cubicBezTo>
                  <a:cubicBezTo>
                    <a:pt x="131564" y="312737"/>
                    <a:pt x="130175" y="310160"/>
                    <a:pt x="130175" y="307584"/>
                  </a:cubicBezTo>
                  <a:cubicBezTo>
                    <a:pt x="130175" y="307584"/>
                    <a:pt x="130175" y="307584"/>
                    <a:pt x="130175" y="140091"/>
                  </a:cubicBezTo>
                  <a:cubicBezTo>
                    <a:pt x="130175" y="137514"/>
                    <a:pt x="131564" y="134937"/>
                    <a:pt x="135732" y="134937"/>
                  </a:cubicBezTo>
                  <a:close/>
                  <a:moveTo>
                    <a:pt x="118269" y="134937"/>
                  </a:moveTo>
                  <a:cubicBezTo>
                    <a:pt x="121047" y="134937"/>
                    <a:pt x="123825" y="137514"/>
                    <a:pt x="123825" y="140091"/>
                  </a:cubicBezTo>
                  <a:cubicBezTo>
                    <a:pt x="123825" y="140091"/>
                    <a:pt x="123825" y="140091"/>
                    <a:pt x="123825" y="307584"/>
                  </a:cubicBezTo>
                  <a:cubicBezTo>
                    <a:pt x="123825" y="310160"/>
                    <a:pt x="121047" y="312737"/>
                    <a:pt x="118269" y="312737"/>
                  </a:cubicBezTo>
                  <a:cubicBezTo>
                    <a:pt x="115490" y="312737"/>
                    <a:pt x="112712" y="310160"/>
                    <a:pt x="112712" y="307584"/>
                  </a:cubicBezTo>
                  <a:cubicBezTo>
                    <a:pt x="112712" y="307584"/>
                    <a:pt x="112712" y="307584"/>
                    <a:pt x="112712" y="140091"/>
                  </a:cubicBezTo>
                  <a:cubicBezTo>
                    <a:pt x="112712" y="137514"/>
                    <a:pt x="115490" y="134937"/>
                    <a:pt x="118269" y="134937"/>
                  </a:cubicBezTo>
                  <a:close/>
                  <a:moveTo>
                    <a:pt x="100013" y="134937"/>
                  </a:moveTo>
                  <a:cubicBezTo>
                    <a:pt x="102394" y="134937"/>
                    <a:pt x="104775" y="137514"/>
                    <a:pt x="104775" y="140091"/>
                  </a:cubicBezTo>
                  <a:cubicBezTo>
                    <a:pt x="104775" y="140091"/>
                    <a:pt x="104775" y="140091"/>
                    <a:pt x="104775" y="307584"/>
                  </a:cubicBezTo>
                  <a:cubicBezTo>
                    <a:pt x="104775" y="310160"/>
                    <a:pt x="102394" y="312737"/>
                    <a:pt x="100013" y="312737"/>
                  </a:cubicBezTo>
                  <a:cubicBezTo>
                    <a:pt x="97631" y="312737"/>
                    <a:pt x="95250" y="310160"/>
                    <a:pt x="95250" y="307584"/>
                  </a:cubicBezTo>
                  <a:cubicBezTo>
                    <a:pt x="95250" y="307584"/>
                    <a:pt x="95250" y="307584"/>
                    <a:pt x="95250" y="140091"/>
                  </a:cubicBezTo>
                  <a:cubicBezTo>
                    <a:pt x="95250" y="137514"/>
                    <a:pt x="97631" y="134937"/>
                    <a:pt x="100013" y="134937"/>
                  </a:cubicBezTo>
                  <a:close/>
                  <a:moveTo>
                    <a:pt x="81757" y="134937"/>
                  </a:moveTo>
                  <a:cubicBezTo>
                    <a:pt x="85924" y="134937"/>
                    <a:pt x="87313" y="137514"/>
                    <a:pt x="87313" y="140091"/>
                  </a:cubicBezTo>
                  <a:cubicBezTo>
                    <a:pt x="87313" y="140091"/>
                    <a:pt x="87313" y="140091"/>
                    <a:pt x="87313" y="307584"/>
                  </a:cubicBezTo>
                  <a:cubicBezTo>
                    <a:pt x="87313" y="310160"/>
                    <a:pt x="85924" y="312737"/>
                    <a:pt x="81757" y="312737"/>
                  </a:cubicBezTo>
                  <a:cubicBezTo>
                    <a:pt x="78978" y="312737"/>
                    <a:pt x="76200" y="310160"/>
                    <a:pt x="76200" y="307584"/>
                  </a:cubicBezTo>
                  <a:cubicBezTo>
                    <a:pt x="76200" y="307584"/>
                    <a:pt x="76200" y="307584"/>
                    <a:pt x="76200" y="140091"/>
                  </a:cubicBezTo>
                  <a:cubicBezTo>
                    <a:pt x="76200" y="137514"/>
                    <a:pt x="78978" y="134937"/>
                    <a:pt x="81757" y="134937"/>
                  </a:cubicBezTo>
                  <a:close/>
                  <a:moveTo>
                    <a:pt x="63676" y="134937"/>
                  </a:moveTo>
                  <a:cubicBezTo>
                    <a:pt x="67381" y="134937"/>
                    <a:pt x="69850" y="137514"/>
                    <a:pt x="69850" y="140091"/>
                  </a:cubicBezTo>
                  <a:cubicBezTo>
                    <a:pt x="69850" y="140091"/>
                    <a:pt x="69850" y="140091"/>
                    <a:pt x="69850" y="307584"/>
                  </a:cubicBezTo>
                  <a:cubicBezTo>
                    <a:pt x="69850" y="310160"/>
                    <a:pt x="67381" y="312737"/>
                    <a:pt x="63676" y="312737"/>
                  </a:cubicBezTo>
                  <a:cubicBezTo>
                    <a:pt x="61207" y="312737"/>
                    <a:pt x="58737" y="310160"/>
                    <a:pt x="58737" y="307584"/>
                  </a:cubicBezTo>
                  <a:cubicBezTo>
                    <a:pt x="58737" y="307584"/>
                    <a:pt x="58737" y="307584"/>
                    <a:pt x="58737" y="140091"/>
                  </a:cubicBezTo>
                  <a:cubicBezTo>
                    <a:pt x="58737" y="137514"/>
                    <a:pt x="61207" y="134937"/>
                    <a:pt x="63676" y="134937"/>
                  </a:cubicBezTo>
                  <a:close/>
                  <a:moveTo>
                    <a:pt x="50800" y="127000"/>
                  </a:moveTo>
                  <a:lnTo>
                    <a:pt x="50800" y="319088"/>
                  </a:lnTo>
                  <a:lnTo>
                    <a:pt x="166688" y="319088"/>
                  </a:lnTo>
                  <a:lnTo>
                    <a:pt x="166688" y="127000"/>
                  </a:lnTo>
                  <a:close/>
                  <a:moveTo>
                    <a:pt x="61912" y="71437"/>
                  </a:moveTo>
                  <a:lnTo>
                    <a:pt x="61912" y="115887"/>
                  </a:lnTo>
                  <a:cubicBezTo>
                    <a:pt x="61912" y="115887"/>
                    <a:pt x="61912" y="115887"/>
                    <a:pt x="72319" y="115887"/>
                  </a:cubicBezTo>
                  <a:cubicBezTo>
                    <a:pt x="72319" y="115887"/>
                    <a:pt x="72319" y="115887"/>
                    <a:pt x="72319" y="79281"/>
                  </a:cubicBezTo>
                  <a:cubicBezTo>
                    <a:pt x="72319" y="76666"/>
                    <a:pt x="74921" y="74051"/>
                    <a:pt x="77523" y="74051"/>
                  </a:cubicBezTo>
                  <a:cubicBezTo>
                    <a:pt x="81425" y="74051"/>
                    <a:pt x="84027" y="76666"/>
                    <a:pt x="84027" y="79281"/>
                  </a:cubicBezTo>
                  <a:cubicBezTo>
                    <a:pt x="84027" y="79281"/>
                    <a:pt x="84027" y="79281"/>
                    <a:pt x="84027" y="115887"/>
                  </a:cubicBezTo>
                  <a:cubicBezTo>
                    <a:pt x="84027" y="115887"/>
                    <a:pt x="84027" y="115887"/>
                    <a:pt x="93133" y="115887"/>
                  </a:cubicBezTo>
                  <a:cubicBezTo>
                    <a:pt x="93133" y="115887"/>
                    <a:pt x="93133" y="115887"/>
                    <a:pt x="93133" y="79281"/>
                  </a:cubicBezTo>
                  <a:cubicBezTo>
                    <a:pt x="93133" y="76666"/>
                    <a:pt x="95735" y="74051"/>
                    <a:pt x="98337" y="74051"/>
                  </a:cubicBezTo>
                  <a:cubicBezTo>
                    <a:pt x="100938" y="74051"/>
                    <a:pt x="103540" y="76666"/>
                    <a:pt x="103540" y="79281"/>
                  </a:cubicBezTo>
                  <a:cubicBezTo>
                    <a:pt x="103540" y="79281"/>
                    <a:pt x="103540" y="79281"/>
                    <a:pt x="103540" y="115887"/>
                  </a:cubicBezTo>
                  <a:cubicBezTo>
                    <a:pt x="103540" y="115887"/>
                    <a:pt x="103540" y="115887"/>
                    <a:pt x="113947" y="115887"/>
                  </a:cubicBezTo>
                  <a:cubicBezTo>
                    <a:pt x="113947" y="115887"/>
                    <a:pt x="113947" y="115887"/>
                    <a:pt x="113947" y="79281"/>
                  </a:cubicBezTo>
                  <a:cubicBezTo>
                    <a:pt x="113947" y="76666"/>
                    <a:pt x="116549" y="74051"/>
                    <a:pt x="119151" y="74051"/>
                  </a:cubicBezTo>
                  <a:cubicBezTo>
                    <a:pt x="121752" y="74051"/>
                    <a:pt x="124354" y="76666"/>
                    <a:pt x="124354" y="79281"/>
                  </a:cubicBezTo>
                  <a:cubicBezTo>
                    <a:pt x="124354" y="79281"/>
                    <a:pt x="124354" y="79281"/>
                    <a:pt x="124354" y="115887"/>
                  </a:cubicBezTo>
                  <a:cubicBezTo>
                    <a:pt x="124354" y="115887"/>
                    <a:pt x="124354" y="115887"/>
                    <a:pt x="133460" y="115887"/>
                  </a:cubicBezTo>
                  <a:cubicBezTo>
                    <a:pt x="133460" y="115887"/>
                    <a:pt x="133460" y="115887"/>
                    <a:pt x="133460" y="79281"/>
                  </a:cubicBezTo>
                  <a:cubicBezTo>
                    <a:pt x="133460" y="76666"/>
                    <a:pt x="136062" y="74051"/>
                    <a:pt x="139965" y="74051"/>
                  </a:cubicBezTo>
                  <a:cubicBezTo>
                    <a:pt x="142566" y="74051"/>
                    <a:pt x="145168" y="76666"/>
                    <a:pt x="145168" y="79281"/>
                  </a:cubicBezTo>
                  <a:cubicBezTo>
                    <a:pt x="145168" y="79281"/>
                    <a:pt x="145168" y="79281"/>
                    <a:pt x="145168" y="115887"/>
                  </a:cubicBezTo>
                  <a:cubicBezTo>
                    <a:pt x="145168" y="115887"/>
                    <a:pt x="145168" y="115887"/>
                    <a:pt x="155575" y="115887"/>
                  </a:cubicBezTo>
                  <a:cubicBezTo>
                    <a:pt x="155575" y="115887"/>
                    <a:pt x="155575" y="115887"/>
                    <a:pt x="155575" y="71437"/>
                  </a:cubicBezTo>
                  <a:cubicBezTo>
                    <a:pt x="155575" y="71437"/>
                    <a:pt x="155575" y="71437"/>
                    <a:pt x="61912" y="71437"/>
                  </a:cubicBezTo>
                  <a:close/>
                  <a:moveTo>
                    <a:pt x="77787" y="26987"/>
                  </a:moveTo>
                  <a:lnTo>
                    <a:pt x="77787" y="60325"/>
                  </a:lnTo>
                  <a:cubicBezTo>
                    <a:pt x="77787" y="60325"/>
                    <a:pt x="77787" y="60325"/>
                    <a:pt x="82947" y="60325"/>
                  </a:cubicBezTo>
                  <a:cubicBezTo>
                    <a:pt x="82947" y="60325"/>
                    <a:pt x="82947" y="60325"/>
                    <a:pt x="82947" y="39809"/>
                  </a:cubicBezTo>
                  <a:cubicBezTo>
                    <a:pt x="82947" y="37245"/>
                    <a:pt x="85526" y="34680"/>
                    <a:pt x="88106" y="34680"/>
                  </a:cubicBezTo>
                  <a:cubicBezTo>
                    <a:pt x="91976" y="34680"/>
                    <a:pt x="94555" y="37245"/>
                    <a:pt x="94555" y="39809"/>
                  </a:cubicBezTo>
                  <a:cubicBezTo>
                    <a:pt x="94555" y="39809"/>
                    <a:pt x="94555" y="39809"/>
                    <a:pt x="94555" y="60325"/>
                  </a:cubicBezTo>
                  <a:cubicBezTo>
                    <a:pt x="94555" y="60325"/>
                    <a:pt x="94555" y="60325"/>
                    <a:pt x="103584" y="60325"/>
                  </a:cubicBezTo>
                  <a:cubicBezTo>
                    <a:pt x="103584" y="60325"/>
                    <a:pt x="103584" y="60325"/>
                    <a:pt x="103584" y="39809"/>
                  </a:cubicBezTo>
                  <a:cubicBezTo>
                    <a:pt x="103584" y="37245"/>
                    <a:pt x="106164" y="34680"/>
                    <a:pt x="108744" y="34680"/>
                  </a:cubicBezTo>
                  <a:cubicBezTo>
                    <a:pt x="111323" y="34680"/>
                    <a:pt x="113903" y="37245"/>
                    <a:pt x="113903" y="39809"/>
                  </a:cubicBezTo>
                  <a:cubicBezTo>
                    <a:pt x="113903" y="39809"/>
                    <a:pt x="113903" y="39809"/>
                    <a:pt x="113903" y="60325"/>
                  </a:cubicBezTo>
                  <a:cubicBezTo>
                    <a:pt x="113903" y="60325"/>
                    <a:pt x="113903" y="60325"/>
                    <a:pt x="122932" y="60325"/>
                  </a:cubicBezTo>
                  <a:cubicBezTo>
                    <a:pt x="122932" y="60325"/>
                    <a:pt x="122932" y="60325"/>
                    <a:pt x="122932" y="39809"/>
                  </a:cubicBezTo>
                  <a:cubicBezTo>
                    <a:pt x="122932" y="37245"/>
                    <a:pt x="125512" y="34680"/>
                    <a:pt x="129381" y="34680"/>
                  </a:cubicBezTo>
                  <a:cubicBezTo>
                    <a:pt x="131961" y="34680"/>
                    <a:pt x="134541" y="37245"/>
                    <a:pt x="134541" y="39809"/>
                  </a:cubicBezTo>
                  <a:cubicBezTo>
                    <a:pt x="134541" y="39809"/>
                    <a:pt x="134541" y="39809"/>
                    <a:pt x="134541" y="60325"/>
                  </a:cubicBezTo>
                  <a:cubicBezTo>
                    <a:pt x="134541" y="60325"/>
                    <a:pt x="134541" y="60325"/>
                    <a:pt x="139700" y="60325"/>
                  </a:cubicBezTo>
                  <a:cubicBezTo>
                    <a:pt x="139700" y="60325"/>
                    <a:pt x="139700" y="60325"/>
                    <a:pt x="139700" y="26987"/>
                  </a:cubicBezTo>
                  <a:cubicBezTo>
                    <a:pt x="139700" y="26987"/>
                    <a:pt x="139700" y="26987"/>
                    <a:pt x="77787" y="26987"/>
                  </a:cubicBezTo>
                  <a:close/>
                  <a:moveTo>
                    <a:pt x="108744" y="0"/>
                  </a:moveTo>
                  <a:cubicBezTo>
                    <a:pt x="111333" y="0"/>
                    <a:pt x="113923" y="2579"/>
                    <a:pt x="113923" y="5159"/>
                  </a:cubicBezTo>
                  <a:cubicBezTo>
                    <a:pt x="113923" y="5159"/>
                    <a:pt x="113923" y="5159"/>
                    <a:pt x="113923" y="16768"/>
                  </a:cubicBezTo>
                  <a:cubicBezTo>
                    <a:pt x="113923" y="16768"/>
                    <a:pt x="113923" y="16768"/>
                    <a:pt x="144992" y="16768"/>
                  </a:cubicBezTo>
                  <a:cubicBezTo>
                    <a:pt x="148876" y="16768"/>
                    <a:pt x="151465" y="19347"/>
                    <a:pt x="151465" y="21927"/>
                  </a:cubicBezTo>
                  <a:cubicBezTo>
                    <a:pt x="151465" y="21927"/>
                    <a:pt x="151465" y="21927"/>
                    <a:pt x="151465" y="60622"/>
                  </a:cubicBezTo>
                  <a:cubicBezTo>
                    <a:pt x="151465" y="60622"/>
                    <a:pt x="151465" y="60622"/>
                    <a:pt x="160527" y="60622"/>
                  </a:cubicBezTo>
                  <a:cubicBezTo>
                    <a:pt x="163116" y="60622"/>
                    <a:pt x="165705" y="63202"/>
                    <a:pt x="165705" y="65782"/>
                  </a:cubicBezTo>
                  <a:cubicBezTo>
                    <a:pt x="165705" y="65782"/>
                    <a:pt x="165705" y="65782"/>
                    <a:pt x="165705" y="116086"/>
                  </a:cubicBezTo>
                  <a:cubicBezTo>
                    <a:pt x="165705" y="116086"/>
                    <a:pt x="165705" y="116086"/>
                    <a:pt x="172178" y="116086"/>
                  </a:cubicBezTo>
                  <a:cubicBezTo>
                    <a:pt x="176062" y="116086"/>
                    <a:pt x="178651" y="118665"/>
                    <a:pt x="178651" y="122535"/>
                  </a:cubicBezTo>
                  <a:cubicBezTo>
                    <a:pt x="178651" y="122535"/>
                    <a:pt x="178651" y="122535"/>
                    <a:pt x="178651" y="318592"/>
                  </a:cubicBezTo>
                  <a:cubicBezTo>
                    <a:pt x="178651" y="318592"/>
                    <a:pt x="178651" y="318592"/>
                    <a:pt x="212310" y="318592"/>
                  </a:cubicBezTo>
                  <a:cubicBezTo>
                    <a:pt x="214899" y="318592"/>
                    <a:pt x="217488" y="321171"/>
                    <a:pt x="217488" y="325041"/>
                  </a:cubicBezTo>
                  <a:cubicBezTo>
                    <a:pt x="217488" y="327621"/>
                    <a:pt x="214899" y="330200"/>
                    <a:pt x="212310" y="330200"/>
                  </a:cubicBezTo>
                  <a:cubicBezTo>
                    <a:pt x="212310" y="330200"/>
                    <a:pt x="212310" y="330200"/>
                    <a:pt x="5178" y="330200"/>
                  </a:cubicBezTo>
                  <a:cubicBezTo>
                    <a:pt x="2589" y="330200"/>
                    <a:pt x="0" y="327621"/>
                    <a:pt x="0" y="325041"/>
                  </a:cubicBezTo>
                  <a:cubicBezTo>
                    <a:pt x="0" y="321171"/>
                    <a:pt x="2589" y="318592"/>
                    <a:pt x="5178" y="318592"/>
                  </a:cubicBezTo>
                  <a:cubicBezTo>
                    <a:pt x="5178" y="318592"/>
                    <a:pt x="5178" y="318592"/>
                    <a:pt x="38837" y="318592"/>
                  </a:cubicBezTo>
                  <a:cubicBezTo>
                    <a:pt x="38837" y="318592"/>
                    <a:pt x="38837" y="318592"/>
                    <a:pt x="38837" y="122535"/>
                  </a:cubicBezTo>
                  <a:cubicBezTo>
                    <a:pt x="38837" y="118665"/>
                    <a:pt x="41426" y="116086"/>
                    <a:pt x="45310" y="116086"/>
                  </a:cubicBezTo>
                  <a:cubicBezTo>
                    <a:pt x="45310" y="116086"/>
                    <a:pt x="45310" y="116086"/>
                    <a:pt x="51783" y="116086"/>
                  </a:cubicBezTo>
                  <a:cubicBezTo>
                    <a:pt x="51783" y="116086"/>
                    <a:pt x="51783" y="116086"/>
                    <a:pt x="51783" y="65782"/>
                  </a:cubicBezTo>
                  <a:cubicBezTo>
                    <a:pt x="51783" y="63202"/>
                    <a:pt x="54372" y="60622"/>
                    <a:pt x="56961" y="60622"/>
                  </a:cubicBezTo>
                  <a:cubicBezTo>
                    <a:pt x="56961" y="60622"/>
                    <a:pt x="56961" y="60622"/>
                    <a:pt x="66023" y="60622"/>
                  </a:cubicBezTo>
                  <a:cubicBezTo>
                    <a:pt x="66023" y="60622"/>
                    <a:pt x="66023" y="60622"/>
                    <a:pt x="66023" y="21927"/>
                  </a:cubicBezTo>
                  <a:cubicBezTo>
                    <a:pt x="66023" y="19347"/>
                    <a:pt x="68613" y="16768"/>
                    <a:pt x="72496" y="16768"/>
                  </a:cubicBezTo>
                  <a:cubicBezTo>
                    <a:pt x="72496" y="16768"/>
                    <a:pt x="72496" y="16768"/>
                    <a:pt x="103566" y="16768"/>
                  </a:cubicBezTo>
                  <a:cubicBezTo>
                    <a:pt x="103566" y="16768"/>
                    <a:pt x="103566" y="16768"/>
                    <a:pt x="103566" y="5159"/>
                  </a:cubicBezTo>
                  <a:cubicBezTo>
                    <a:pt x="103566" y="2579"/>
                    <a:pt x="106155" y="0"/>
                    <a:pt x="108744" y="0"/>
                  </a:cubicBez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194182" y="4893268"/>
              <a:ext cx="1102842" cy="1213129"/>
            </a:xfrm>
            <a:custGeom>
              <a:avLst/>
              <a:gdLst/>
              <a:ahLst/>
              <a:cxnLst/>
              <a:rect l="l" t="t" r="r" b="b"/>
              <a:pathLst>
                <a:path w="301625" h="331788">
                  <a:moveTo>
                    <a:pt x="44609" y="242888"/>
                  </a:moveTo>
                  <a:cubicBezTo>
                    <a:pt x="160465" y="242888"/>
                    <a:pt x="160465" y="242888"/>
                    <a:pt x="160465" y="242888"/>
                  </a:cubicBezTo>
                  <a:cubicBezTo>
                    <a:pt x="164370" y="242888"/>
                    <a:pt x="168275" y="246785"/>
                    <a:pt x="168275" y="250682"/>
                  </a:cubicBezTo>
                  <a:cubicBezTo>
                    <a:pt x="168275" y="254578"/>
                    <a:pt x="164370" y="257176"/>
                    <a:pt x="160465" y="257176"/>
                  </a:cubicBezTo>
                  <a:cubicBezTo>
                    <a:pt x="44609" y="257176"/>
                    <a:pt x="44609" y="257176"/>
                    <a:pt x="44609" y="257176"/>
                  </a:cubicBezTo>
                  <a:cubicBezTo>
                    <a:pt x="40704" y="257176"/>
                    <a:pt x="38100" y="254578"/>
                    <a:pt x="38100" y="250682"/>
                  </a:cubicBezTo>
                  <a:cubicBezTo>
                    <a:pt x="38100" y="246785"/>
                    <a:pt x="40704" y="242888"/>
                    <a:pt x="44609" y="242888"/>
                  </a:cubicBezTo>
                  <a:close/>
                  <a:moveTo>
                    <a:pt x="44609" y="195263"/>
                  </a:moveTo>
                  <a:cubicBezTo>
                    <a:pt x="160465" y="195263"/>
                    <a:pt x="160465" y="195263"/>
                    <a:pt x="160465" y="195263"/>
                  </a:cubicBezTo>
                  <a:cubicBezTo>
                    <a:pt x="164370" y="195263"/>
                    <a:pt x="168275" y="198727"/>
                    <a:pt x="168275" y="202191"/>
                  </a:cubicBezTo>
                  <a:cubicBezTo>
                    <a:pt x="168275" y="205654"/>
                    <a:pt x="164370" y="207963"/>
                    <a:pt x="160465" y="207963"/>
                  </a:cubicBezTo>
                  <a:cubicBezTo>
                    <a:pt x="44609" y="207963"/>
                    <a:pt x="44609" y="207963"/>
                    <a:pt x="44609" y="207963"/>
                  </a:cubicBezTo>
                  <a:cubicBezTo>
                    <a:pt x="40704" y="207963"/>
                    <a:pt x="38100" y="205654"/>
                    <a:pt x="38100" y="202191"/>
                  </a:cubicBezTo>
                  <a:cubicBezTo>
                    <a:pt x="38100" y="198727"/>
                    <a:pt x="40704" y="195263"/>
                    <a:pt x="44609" y="195263"/>
                  </a:cubicBezTo>
                  <a:close/>
                  <a:moveTo>
                    <a:pt x="44609" y="146050"/>
                  </a:moveTo>
                  <a:cubicBezTo>
                    <a:pt x="160465" y="146050"/>
                    <a:pt x="160465" y="146050"/>
                    <a:pt x="160465" y="146050"/>
                  </a:cubicBezTo>
                  <a:cubicBezTo>
                    <a:pt x="164370" y="146050"/>
                    <a:pt x="168275" y="149947"/>
                    <a:pt x="168275" y="153844"/>
                  </a:cubicBezTo>
                  <a:cubicBezTo>
                    <a:pt x="168275" y="157740"/>
                    <a:pt x="164370" y="160338"/>
                    <a:pt x="160465" y="160338"/>
                  </a:cubicBezTo>
                  <a:cubicBezTo>
                    <a:pt x="44609" y="160338"/>
                    <a:pt x="44609" y="160338"/>
                    <a:pt x="44609" y="160338"/>
                  </a:cubicBezTo>
                  <a:cubicBezTo>
                    <a:pt x="40704" y="160338"/>
                    <a:pt x="38100" y="157740"/>
                    <a:pt x="38100" y="153844"/>
                  </a:cubicBezTo>
                  <a:cubicBezTo>
                    <a:pt x="38100" y="149947"/>
                    <a:pt x="40704" y="146050"/>
                    <a:pt x="44609" y="146050"/>
                  </a:cubicBezTo>
                  <a:close/>
                  <a:moveTo>
                    <a:pt x="206375" y="125413"/>
                  </a:moveTo>
                  <a:lnTo>
                    <a:pt x="206375" y="317501"/>
                  </a:lnTo>
                  <a:lnTo>
                    <a:pt x="287338" y="317501"/>
                  </a:lnTo>
                  <a:lnTo>
                    <a:pt x="287338" y="125413"/>
                  </a:lnTo>
                  <a:close/>
                  <a:moveTo>
                    <a:pt x="44609" y="98425"/>
                  </a:moveTo>
                  <a:cubicBezTo>
                    <a:pt x="160465" y="98425"/>
                    <a:pt x="160465" y="98425"/>
                    <a:pt x="160465" y="98425"/>
                  </a:cubicBezTo>
                  <a:cubicBezTo>
                    <a:pt x="164370" y="98425"/>
                    <a:pt x="168275" y="101023"/>
                    <a:pt x="168275" y="104920"/>
                  </a:cubicBezTo>
                  <a:cubicBezTo>
                    <a:pt x="168275" y="108817"/>
                    <a:pt x="164370" y="112713"/>
                    <a:pt x="160465" y="112713"/>
                  </a:cubicBezTo>
                  <a:cubicBezTo>
                    <a:pt x="44609" y="112713"/>
                    <a:pt x="44609" y="112713"/>
                    <a:pt x="44609" y="112713"/>
                  </a:cubicBezTo>
                  <a:cubicBezTo>
                    <a:pt x="40704" y="112713"/>
                    <a:pt x="38100" y="108817"/>
                    <a:pt x="38100" y="104920"/>
                  </a:cubicBezTo>
                  <a:cubicBezTo>
                    <a:pt x="38100" y="101023"/>
                    <a:pt x="40704" y="98425"/>
                    <a:pt x="44609" y="98425"/>
                  </a:cubicBezTo>
                  <a:close/>
                  <a:moveTo>
                    <a:pt x="44609" y="50800"/>
                  </a:moveTo>
                  <a:cubicBezTo>
                    <a:pt x="160465" y="50800"/>
                    <a:pt x="160465" y="50800"/>
                    <a:pt x="160465" y="50800"/>
                  </a:cubicBezTo>
                  <a:cubicBezTo>
                    <a:pt x="164370" y="50800"/>
                    <a:pt x="168275" y="53398"/>
                    <a:pt x="168275" y="57295"/>
                  </a:cubicBezTo>
                  <a:cubicBezTo>
                    <a:pt x="168275" y="61192"/>
                    <a:pt x="164370" y="65088"/>
                    <a:pt x="160465" y="65088"/>
                  </a:cubicBezTo>
                  <a:cubicBezTo>
                    <a:pt x="44609" y="65088"/>
                    <a:pt x="44609" y="65088"/>
                    <a:pt x="44609" y="65088"/>
                  </a:cubicBezTo>
                  <a:cubicBezTo>
                    <a:pt x="40704" y="65088"/>
                    <a:pt x="38100" y="61192"/>
                    <a:pt x="38100" y="57295"/>
                  </a:cubicBezTo>
                  <a:cubicBezTo>
                    <a:pt x="38100" y="53398"/>
                    <a:pt x="40704" y="50800"/>
                    <a:pt x="44609" y="50800"/>
                  </a:cubicBezTo>
                  <a:close/>
                  <a:moveTo>
                    <a:pt x="14287" y="14288"/>
                  </a:moveTo>
                  <a:lnTo>
                    <a:pt x="14287" y="317501"/>
                  </a:lnTo>
                  <a:lnTo>
                    <a:pt x="192087" y="317501"/>
                  </a:lnTo>
                  <a:lnTo>
                    <a:pt x="192087" y="14288"/>
                  </a:lnTo>
                  <a:close/>
                  <a:moveTo>
                    <a:pt x="7734" y="0"/>
                  </a:moveTo>
                  <a:cubicBezTo>
                    <a:pt x="198506" y="0"/>
                    <a:pt x="198506" y="0"/>
                    <a:pt x="198506" y="0"/>
                  </a:cubicBezTo>
                  <a:cubicBezTo>
                    <a:pt x="202373" y="0"/>
                    <a:pt x="206240" y="2592"/>
                    <a:pt x="206240" y="6480"/>
                  </a:cubicBezTo>
                  <a:cubicBezTo>
                    <a:pt x="206240" y="112756"/>
                    <a:pt x="206240" y="112756"/>
                    <a:pt x="206240" y="112756"/>
                  </a:cubicBezTo>
                  <a:cubicBezTo>
                    <a:pt x="293891" y="112756"/>
                    <a:pt x="293891" y="112756"/>
                    <a:pt x="293891" y="112756"/>
                  </a:cubicBezTo>
                  <a:cubicBezTo>
                    <a:pt x="297758" y="112756"/>
                    <a:pt x="301625" y="115348"/>
                    <a:pt x="301625" y="119237"/>
                  </a:cubicBezTo>
                  <a:cubicBezTo>
                    <a:pt x="301625" y="325308"/>
                    <a:pt x="301625" y="325308"/>
                    <a:pt x="301625" y="325308"/>
                  </a:cubicBezTo>
                  <a:cubicBezTo>
                    <a:pt x="301625" y="329196"/>
                    <a:pt x="297758" y="331788"/>
                    <a:pt x="293891" y="331788"/>
                  </a:cubicBezTo>
                  <a:cubicBezTo>
                    <a:pt x="7734" y="331788"/>
                    <a:pt x="7734" y="331788"/>
                    <a:pt x="7734" y="331788"/>
                  </a:cubicBezTo>
                  <a:cubicBezTo>
                    <a:pt x="3867" y="331788"/>
                    <a:pt x="0" y="329196"/>
                    <a:pt x="0" y="325308"/>
                  </a:cubicBezTo>
                  <a:cubicBezTo>
                    <a:pt x="0" y="6480"/>
                    <a:pt x="0" y="6480"/>
                    <a:pt x="0" y="6480"/>
                  </a:cubicBezTo>
                  <a:cubicBezTo>
                    <a:pt x="0" y="2592"/>
                    <a:pt x="3867" y="0"/>
                    <a:pt x="7734" y="0"/>
                  </a:cubicBezTo>
                  <a:close/>
                </a:path>
              </a:pathLst>
            </a:custGeom>
            <a:grpFill/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-515764" y="5190676"/>
              <a:ext cx="644073" cy="915722"/>
            </a:xfrm>
            <a:custGeom>
              <a:avLst/>
              <a:gdLst/>
              <a:ahLst/>
              <a:cxnLst/>
              <a:rect l="l" t="t" r="r" b="b"/>
              <a:pathLst>
                <a:path w="233363" h="331788">
                  <a:moveTo>
                    <a:pt x="166687" y="282575"/>
                  </a:moveTo>
                  <a:lnTo>
                    <a:pt x="166687" y="293688"/>
                  </a:lnTo>
                  <a:lnTo>
                    <a:pt x="190500" y="293688"/>
                  </a:lnTo>
                  <a:lnTo>
                    <a:pt x="190500" y="282575"/>
                  </a:lnTo>
                  <a:close/>
                  <a:moveTo>
                    <a:pt x="104775" y="282575"/>
                  </a:moveTo>
                  <a:lnTo>
                    <a:pt x="104775" y="319088"/>
                  </a:lnTo>
                  <a:lnTo>
                    <a:pt x="130175" y="319088"/>
                  </a:lnTo>
                  <a:lnTo>
                    <a:pt x="130175" y="282575"/>
                  </a:lnTo>
                  <a:close/>
                  <a:moveTo>
                    <a:pt x="42862" y="282575"/>
                  </a:moveTo>
                  <a:lnTo>
                    <a:pt x="42862" y="293688"/>
                  </a:lnTo>
                  <a:lnTo>
                    <a:pt x="68262" y="293688"/>
                  </a:lnTo>
                  <a:lnTo>
                    <a:pt x="68262" y="282575"/>
                  </a:lnTo>
                  <a:close/>
                  <a:moveTo>
                    <a:pt x="159167" y="269875"/>
                  </a:moveTo>
                  <a:cubicBezTo>
                    <a:pt x="159167" y="269875"/>
                    <a:pt x="159167" y="269875"/>
                    <a:pt x="196725" y="269875"/>
                  </a:cubicBezTo>
                  <a:cubicBezTo>
                    <a:pt x="199315" y="269875"/>
                    <a:pt x="203200" y="272483"/>
                    <a:pt x="203200" y="275091"/>
                  </a:cubicBezTo>
                  <a:cubicBezTo>
                    <a:pt x="203200" y="275091"/>
                    <a:pt x="203200" y="275091"/>
                    <a:pt x="203200" y="299868"/>
                  </a:cubicBezTo>
                  <a:cubicBezTo>
                    <a:pt x="203200" y="303780"/>
                    <a:pt x="199315" y="306388"/>
                    <a:pt x="196725" y="306388"/>
                  </a:cubicBezTo>
                  <a:cubicBezTo>
                    <a:pt x="196725" y="306388"/>
                    <a:pt x="196725" y="306388"/>
                    <a:pt x="159167" y="306388"/>
                  </a:cubicBezTo>
                  <a:cubicBezTo>
                    <a:pt x="156577" y="306388"/>
                    <a:pt x="153987" y="303780"/>
                    <a:pt x="153987" y="299868"/>
                  </a:cubicBezTo>
                  <a:cubicBezTo>
                    <a:pt x="153987" y="299868"/>
                    <a:pt x="153987" y="299868"/>
                    <a:pt x="153987" y="275091"/>
                  </a:cubicBezTo>
                  <a:cubicBezTo>
                    <a:pt x="153987" y="272483"/>
                    <a:pt x="156577" y="269875"/>
                    <a:pt x="159167" y="269875"/>
                  </a:cubicBezTo>
                  <a:close/>
                  <a:moveTo>
                    <a:pt x="38225" y="269875"/>
                  </a:moveTo>
                  <a:cubicBezTo>
                    <a:pt x="38225" y="269875"/>
                    <a:pt x="38225" y="269875"/>
                    <a:pt x="74487" y="269875"/>
                  </a:cubicBezTo>
                  <a:cubicBezTo>
                    <a:pt x="78373" y="269875"/>
                    <a:pt x="80963" y="272483"/>
                    <a:pt x="80963" y="275091"/>
                  </a:cubicBezTo>
                  <a:cubicBezTo>
                    <a:pt x="80963" y="275091"/>
                    <a:pt x="80963" y="275091"/>
                    <a:pt x="80963" y="299868"/>
                  </a:cubicBezTo>
                  <a:cubicBezTo>
                    <a:pt x="80963" y="303780"/>
                    <a:pt x="78373" y="306388"/>
                    <a:pt x="74487" y="306388"/>
                  </a:cubicBezTo>
                  <a:cubicBezTo>
                    <a:pt x="74487" y="306388"/>
                    <a:pt x="74487" y="306388"/>
                    <a:pt x="38225" y="306388"/>
                  </a:cubicBezTo>
                  <a:cubicBezTo>
                    <a:pt x="34340" y="306388"/>
                    <a:pt x="31750" y="303780"/>
                    <a:pt x="31750" y="299868"/>
                  </a:cubicBezTo>
                  <a:cubicBezTo>
                    <a:pt x="31750" y="299868"/>
                    <a:pt x="31750" y="299868"/>
                    <a:pt x="31750" y="275091"/>
                  </a:cubicBezTo>
                  <a:cubicBezTo>
                    <a:pt x="31750" y="272483"/>
                    <a:pt x="34340" y="269875"/>
                    <a:pt x="38225" y="269875"/>
                  </a:cubicBezTo>
                  <a:close/>
                  <a:moveTo>
                    <a:pt x="166687" y="233362"/>
                  </a:moveTo>
                  <a:lnTo>
                    <a:pt x="166687" y="246062"/>
                  </a:lnTo>
                  <a:lnTo>
                    <a:pt x="190500" y="246062"/>
                  </a:lnTo>
                  <a:lnTo>
                    <a:pt x="190500" y="233362"/>
                  </a:lnTo>
                  <a:close/>
                  <a:moveTo>
                    <a:pt x="104775" y="233362"/>
                  </a:moveTo>
                  <a:lnTo>
                    <a:pt x="104775" y="246062"/>
                  </a:lnTo>
                  <a:lnTo>
                    <a:pt x="130175" y="246062"/>
                  </a:lnTo>
                  <a:lnTo>
                    <a:pt x="130175" y="233362"/>
                  </a:lnTo>
                  <a:close/>
                  <a:moveTo>
                    <a:pt x="42862" y="233362"/>
                  </a:moveTo>
                  <a:lnTo>
                    <a:pt x="42862" y="246062"/>
                  </a:lnTo>
                  <a:lnTo>
                    <a:pt x="68262" y="246062"/>
                  </a:lnTo>
                  <a:lnTo>
                    <a:pt x="68262" y="233362"/>
                  </a:lnTo>
                  <a:close/>
                  <a:moveTo>
                    <a:pt x="159167" y="220662"/>
                  </a:moveTo>
                  <a:cubicBezTo>
                    <a:pt x="159167" y="220662"/>
                    <a:pt x="159167" y="220662"/>
                    <a:pt x="196725" y="220662"/>
                  </a:cubicBezTo>
                  <a:cubicBezTo>
                    <a:pt x="199315" y="220662"/>
                    <a:pt x="203200" y="223270"/>
                    <a:pt x="203200" y="227182"/>
                  </a:cubicBezTo>
                  <a:cubicBezTo>
                    <a:pt x="203200" y="227182"/>
                    <a:pt x="203200" y="227182"/>
                    <a:pt x="203200" y="250655"/>
                  </a:cubicBezTo>
                  <a:cubicBezTo>
                    <a:pt x="203200" y="254567"/>
                    <a:pt x="199315" y="257175"/>
                    <a:pt x="196725" y="257175"/>
                  </a:cubicBezTo>
                  <a:cubicBezTo>
                    <a:pt x="196725" y="257175"/>
                    <a:pt x="196725" y="257175"/>
                    <a:pt x="159167" y="257175"/>
                  </a:cubicBezTo>
                  <a:cubicBezTo>
                    <a:pt x="156577" y="257175"/>
                    <a:pt x="153987" y="254567"/>
                    <a:pt x="153987" y="250655"/>
                  </a:cubicBezTo>
                  <a:cubicBezTo>
                    <a:pt x="153987" y="250655"/>
                    <a:pt x="153987" y="250655"/>
                    <a:pt x="153987" y="227182"/>
                  </a:cubicBezTo>
                  <a:cubicBezTo>
                    <a:pt x="153987" y="223270"/>
                    <a:pt x="156577" y="220662"/>
                    <a:pt x="159167" y="220662"/>
                  </a:cubicBezTo>
                  <a:close/>
                  <a:moveTo>
                    <a:pt x="98550" y="220662"/>
                  </a:moveTo>
                  <a:cubicBezTo>
                    <a:pt x="98550" y="220662"/>
                    <a:pt x="98550" y="220662"/>
                    <a:pt x="134812" y="220662"/>
                  </a:cubicBezTo>
                  <a:cubicBezTo>
                    <a:pt x="138698" y="220662"/>
                    <a:pt x="141288" y="223270"/>
                    <a:pt x="141288" y="227182"/>
                  </a:cubicBezTo>
                  <a:cubicBezTo>
                    <a:pt x="141288" y="227182"/>
                    <a:pt x="141288" y="227182"/>
                    <a:pt x="141288" y="250655"/>
                  </a:cubicBezTo>
                  <a:cubicBezTo>
                    <a:pt x="141288" y="254567"/>
                    <a:pt x="138698" y="257175"/>
                    <a:pt x="134812" y="257175"/>
                  </a:cubicBezTo>
                  <a:cubicBezTo>
                    <a:pt x="134812" y="257175"/>
                    <a:pt x="134812" y="257175"/>
                    <a:pt x="98550" y="257175"/>
                  </a:cubicBezTo>
                  <a:cubicBezTo>
                    <a:pt x="94665" y="257175"/>
                    <a:pt x="92075" y="254567"/>
                    <a:pt x="92075" y="250655"/>
                  </a:cubicBezTo>
                  <a:cubicBezTo>
                    <a:pt x="92075" y="250655"/>
                    <a:pt x="92075" y="250655"/>
                    <a:pt x="92075" y="227182"/>
                  </a:cubicBezTo>
                  <a:cubicBezTo>
                    <a:pt x="92075" y="223270"/>
                    <a:pt x="94665" y="220662"/>
                    <a:pt x="98550" y="220662"/>
                  </a:cubicBezTo>
                  <a:close/>
                  <a:moveTo>
                    <a:pt x="38225" y="220662"/>
                  </a:moveTo>
                  <a:cubicBezTo>
                    <a:pt x="38225" y="220662"/>
                    <a:pt x="38225" y="220662"/>
                    <a:pt x="74487" y="220662"/>
                  </a:cubicBezTo>
                  <a:cubicBezTo>
                    <a:pt x="78373" y="220662"/>
                    <a:pt x="80963" y="223270"/>
                    <a:pt x="80963" y="227182"/>
                  </a:cubicBezTo>
                  <a:cubicBezTo>
                    <a:pt x="80963" y="227182"/>
                    <a:pt x="80963" y="227182"/>
                    <a:pt x="80963" y="250655"/>
                  </a:cubicBezTo>
                  <a:cubicBezTo>
                    <a:pt x="80963" y="254567"/>
                    <a:pt x="78373" y="257175"/>
                    <a:pt x="74487" y="257175"/>
                  </a:cubicBezTo>
                  <a:cubicBezTo>
                    <a:pt x="74487" y="257175"/>
                    <a:pt x="74487" y="257175"/>
                    <a:pt x="38225" y="257175"/>
                  </a:cubicBezTo>
                  <a:cubicBezTo>
                    <a:pt x="34340" y="257175"/>
                    <a:pt x="31750" y="254567"/>
                    <a:pt x="31750" y="250655"/>
                  </a:cubicBezTo>
                  <a:cubicBezTo>
                    <a:pt x="31750" y="250655"/>
                    <a:pt x="31750" y="250655"/>
                    <a:pt x="31750" y="227182"/>
                  </a:cubicBezTo>
                  <a:cubicBezTo>
                    <a:pt x="31750" y="223270"/>
                    <a:pt x="34340" y="220662"/>
                    <a:pt x="38225" y="220662"/>
                  </a:cubicBezTo>
                  <a:close/>
                  <a:moveTo>
                    <a:pt x="166687" y="184149"/>
                  </a:moveTo>
                  <a:lnTo>
                    <a:pt x="166687" y="196849"/>
                  </a:lnTo>
                  <a:lnTo>
                    <a:pt x="190500" y="196849"/>
                  </a:lnTo>
                  <a:lnTo>
                    <a:pt x="190500" y="184149"/>
                  </a:lnTo>
                  <a:close/>
                  <a:moveTo>
                    <a:pt x="104775" y="184149"/>
                  </a:moveTo>
                  <a:lnTo>
                    <a:pt x="104775" y="196849"/>
                  </a:lnTo>
                  <a:lnTo>
                    <a:pt x="130175" y="196849"/>
                  </a:lnTo>
                  <a:lnTo>
                    <a:pt x="130175" y="184149"/>
                  </a:lnTo>
                  <a:close/>
                  <a:moveTo>
                    <a:pt x="42862" y="184149"/>
                  </a:moveTo>
                  <a:lnTo>
                    <a:pt x="42862" y="196849"/>
                  </a:lnTo>
                  <a:lnTo>
                    <a:pt x="68262" y="196849"/>
                  </a:lnTo>
                  <a:lnTo>
                    <a:pt x="68262" y="184149"/>
                  </a:lnTo>
                  <a:close/>
                  <a:moveTo>
                    <a:pt x="38225" y="171450"/>
                  </a:moveTo>
                  <a:cubicBezTo>
                    <a:pt x="38225" y="171450"/>
                    <a:pt x="38225" y="171450"/>
                    <a:pt x="74487" y="171450"/>
                  </a:cubicBezTo>
                  <a:cubicBezTo>
                    <a:pt x="78373" y="171450"/>
                    <a:pt x="80963" y="174058"/>
                    <a:pt x="80963" y="177970"/>
                  </a:cubicBezTo>
                  <a:cubicBezTo>
                    <a:pt x="80963" y="177970"/>
                    <a:pt x="80963" y="177970"/>
                    <a:pt x="80963" y="201443"/>
                  </a:cubicBezTo>
                  <a:cubicBezTo>
                    <a:pt x="80963" y="205355"/>
                    <a:pt x="78373" y="207963"/>
                    <a:pt x="74487" y="207963"/>
                  </a:cubicBezTo>
                  <a:cubicBezTo>
                    <a:pt x="74487" y="207963"/>
                    <a:pt x="74487" y="207963"/>
                    <a:pt x="38225" y="207963"/>
                  </a:cubicBezTo>
                  <a:cubicBezTo>
                    <a:pt x="34340" y="207963"/>
                    <a:pt x="31750" y="205355"/>
                    <a:pt x="31750" y="201443"/>
                  </a:cubicBezTo>
                  <a:cubicBezTo>
                    <a:pt x="31750" y="201443"/>
                    <a:pt x="31750" y="201443"/>
                    <a:pt x="31750" y="177970"/>
                  </a:cubicBezTo>
                  <a:cubicBezTo>
                    <a:pt x="31750" y="174058"/>
                    <a:pt x="34340" y="171450"/>
                    <a:pt x="38225" y="171450"/>
                  </a:cubicBezTo>
                  <a:close/>
                  <a:moveTo>
                    <a:pt x="159167" y="171449"/>
                  </a:moveTo>
                  <a:cubicBezTo>
                    <a:pt x="159167" y="171449"/>
                    <a:pt x="159167" y="171449"/>
                    <a:pt x="196725" y="171449"/>
                  </a:cubicBezTo>
                  <a:cubicBezTo>
                    <a:pt x="199315" y="171449"/>
                    <a:pt x="203200" y="174057"/>
                    <a:pt x="203200" y="177969"/>
                  </a:cubicBezTo>
                  <a:cubicBezTo>
                    <a:pt x="203200" y="177969"/>
                    <a:pt x="203200" y="177969"/>
                    <a:pt x="203200" y="201442"/>
                  </a:cubicBezTo>
                  <a:cubicBezTo>
                    <a:pt x="203200" y="205354"/>
                    <a:pt x="199315" y="207962"/>
                    <a:pt x="196725" y="207962"/>
                  </a:cubicBezTo>
                  <a:cubicBezTo>
                    <a:pt x="196725" y="207962"/>
                    <a:pt x="196725" y="207962"/>
                    <a:pt x="159167" y="207962"/>
                  </a:cubicBezTo>
                  <a:cubicBezTo>
                    <a:pt x="156577" y="207962"/>
                    <a:pt x="153987" y="205354"/>
                    <a:pt x="153987" y="201442"/>
                  </a:cubicBezTo>
                  <a:cubicBezTo>
                    <a:pt x="153987" y="201442"/>
                    <a:pt x="153987" y="201442"/>
                    <a:pt x="153987" y="177969"/>
                  </a:cubicBezTo>
                  <a:cubicBezTo>
                    <a:pt x="153987" y="174057"/>
                    <a:pt x="156577" y="171449"/>
                    <a:pt x="159167" y="171449"/>
                  </a:cubicBezTo>
                  <a:close/>
                  <a:moveTo>
                    <a:pt x="98550" y="171449"/>
                  </a:moveTo>
                  <a:cubicBezTo>
                    <a:pt x="98550" y="171449"/>
                    <a:pt x="98550" y="171449"/>
                    <a:pt x="134812" y="171449"/>
                  </a:cubicBezTo>
                  <a:cubicBezTo>
                    <a:pt x="138698" y="171449"/>
                    <a:pt x="141288" y="174057"/>
                    <a:pt x="141288" y="177969"/>
                  </a:cubicBezTo>
                  <a:cubicBezTo>
                    <a:pt x="141288" y="177969"/>
                    <a:pt x="141288" y="177969"/>
                    <a:pt x="141288" y="201442"/>
                  </a:cubicBezTo>
                  <a:cubicBezTo>
                    <a:pt x="141288" y="205354"/>
                    <a:pt x="138698" y="207962"/>
                    <a:pt x="134812" y="207962"/>
                  </a:cubicBezTo>
                  <a:cubicBezTo>
                    <a:pt x="134812" y="207962"/>
                    <a:pt x="134812" y="207962"/>
                    <a:pt x="98550" y="207962"/>
                  </a:cubicBezTo>
                  <a:cubicBezTo>
                    <a:pt x="94665" y="207962"/>
                    <a:pt x="92075" y="205354"/>
                    <a:pt x="92075" y="201442"/>
                  </a:cubicBezTo>
                  <a:cubicBezTo>
                    <a:pt x="92075" y="201442"/>
                    <a:pt x="92075" y="201442"/>
                    <a:pt x="92075" y="177969"/>
                  </a:cubicBezTo>
                  <a:cubicBezTo>
                    <a:pt x="92075" y="174057"/>
                    <a:pt x="94665" y="171449"/>
                    <a:pt x="98550" y="171449"/>
                  </a:cubicBezTo>
                  <a:close/>
                  <a:moveTo>
                    <a:pt x="166687" y="134937"/>
                  </a:moveTo>
                  <a:lnTo>
                    <a:pt x="166687" y="147637"/>
                  </a:lnTo>
                  <a:lnTo>
                    <a:pt x="190500" y="147637"/>
                  </a:lnTo>
                  <a:lnTo>
                    <a:pt x="190500" y="134937"/>
                  </a:lnTo>
                  <a:close/>
                  <a:moveTo>
                    <a:pt x="104775" y="134937"/>
                  </a:moveTo>
                  <a:lnTo>
                    <a:pt x="104775" y="147637"/>
                  </a:lnTo>
                  <a:lnTo>
                    <a:pt x="130175" y="147637"/>
                  </a:lnTo>
                  <a:lnTo>
                    <a:pt x="130175" y="134937"/>
                  </a:lnTo>
                  <a:close/>
                  <a:moveTo>
                    <a:pt x="42862" y="134937"/>
                  </a:moveTo>
                  <a:lnTo>
                    <a:pt x="42862" y="147637"/>
                  </a:lnTo>
                  <a:lnTo>
                    <a:pt x="68262" y="147637"/>
                  </a:lnTo>
                  <a:lnTo>
                    <a:pt x="68262" y="134937"/>
                  </a:lnTo>
                  <a:close/>
                  <a:moveTo>
                    <a:pt x="159167" y="122237"/>
                  </a:moveTo>
                  <a:cubicBezTo>
                    <a:pt x="159167" y="122237"/>
                    <a:pt x="159167" y="122237"/>
                    <a:pt x="196725" y="122237"/>
                  </a:cubicBezTo>
                  <a:cubicBezTo>
                    <a:pt x="199315" y="122237"/>
                    <a:pt x="203200" y="124845"/>
                    <a:pt x="203200" y="128757"/>
                  </a:cubicBezTo>
                  <a:cubicBezTo>
                    <a:pt x="203200" y="128757"/>
                    <a:pt x="203200" y="128757"/>
                    <a:pt x="203200" y="153534"/>
                  </a:cubicBezTo>
                  <a:cubicBezTo>
                    <a:pt x="203200" y="156142"/>
                    <a:pt x="199315" y="158750"/>
                    <a:pt x="196725" y="158750"/>
                  </a:cubicBezTo>
                  <a:cubicBezTo>
                    <a:pt x="196725" y="158750"/>
                    <a:pt x="196725" y="158750"/>
                    <a:pt x="159167" y="158750"/>
                  </a:cubicBezTo>
                  <a:cubicBezTo>
                    <a:pt x="156577" y="158750"/>
                    <a:pt x="153987" y="156142"/>
                    <a:pt x="153987" y="153534"/>
                  </a:cubicBezTo>
                  <a:cubicBezTo>
                    <a:pt x="153987" y="153534"/>
                    <a:pt x="153987" y="153534"/>
                    <a:pt x="153987" y="128757"/>
                  </a:cubicBezTo>
                  <a:cubicBezTo>
                    <a:pt x="153987" y="124845"/>
                    <a:pt x="156577" y="122237"/>
                    <a:pt x="159167" y="122237"/>
                  </a:cubicBezTo>
                  <a:close/>
                  <a:moveTo>
                    <a:pt x="98550" y="122237"/>
                  </a:moveTo>
                  <a:cubicBezTo>
                    <a:pt x="98550" y="122237"/>
                    <a:pt x="98550" y="122237"/>
                    <a:pt x="134812" y="122237"/>
                  </a:cubicBezTo>
                  <a:cubicBezTo>
                    <a:pt x="138698" y="122237"/>
                    <a:pt x="141288" y="124845"/>
                    <a:pt x="141288" y="128757"/>
                  </a:cubicBezTo>
                  <a:cubicBezTo>
                    <a:pt x="141288" y="128757"/>
                    <a:pt x="141288" y="128757"/>
                    <a:pt x="141288" y="153534"/>
                  </a:cubicBezTo>
                  <a:cubicBezTo>
                    <a:pt x="141288" y="156142"/>
                    <a:pt x="138698" y="158750"/>
                    <a:pt x="134812" y="158750"/>
                  </a:cubicBezTo>
                  <a:cubicBezTo>
                    <a:pt x="134812" y="158750"/>
                    <a:pt x="134812" y="158750"/>
                    <a:pt x="98550" y="158750"/>
                  </a:cubicBezTo>
                  <a:cubicBezTo>
                    <a:pt x="94665" y="158750"/>
                    <a:pt x="92075" y="156142"/>
                    <a:pt x="92075" y="153534"/>
                  </a:cubicBezTo>
                  <a:cubicBezTo>
                    <a:pt x="92075" y="153534"/>
                    <a:pt x="92075" y="153534"/>
                    <a:pt x="92075" y="128757"/>
                  </a:cubicBezTo>
                  <a:cubicBezTo>
                    <a:pt x="92075" y="124845"/>
                    <a:pt x="94665" y="122237"/>
                    <a:pt x="98550" y="122237"/>
                  </a:cubicBezTo>
                  <a:close/>
                  <a:moveTo>
                    <a:pt x="38225" y="122237"/>
                  </a:moveTo>
                  <a:cubicBezTo>
                    <a:pt x="38225" y="122237"/>
                    <a:pt x="38225" y="122237"/>
                    <a:pt x="74487" y="122237"/>
                  </a:cubicBezTo>
                  <a:cubicBezTo>
                    <a:pt x="78373" y="122237"/>
                    <a:pt x="80963" y="124845"/>
                    <a:pt x="80963" y="128757"/>
                  </a:cubicBezTo>
                  <a:cubicBezTo>
                    <a:pt x="80963" y="128757"/>
                    <a:pt x="80963" y="128757"/>
                    <a:pt x="80963" y="153534"/>
                  </a:cubicBezTo>
                  <a:cubicBezTo>
                    <a:pt x="80963" y="156142"/>
                    <a:pt x="78373" y="158750"/>
                    <a:pt x="74487" y="158750"/>
                  </a:cubicBezTo>
                  <a:cubicBezTo>
                    <a:pt x="74487" y="158750"/>
                    <a:pt x="74487" y="158750"/>
                    <a:pt x="38225" y="158750"/>
                  </a:cubicBezTo>
                  <a:cubicBezTo>
                    <a:pt x="34340" y="158750"/>
                    <a:pt x="31750" y="156142"/>
                    <a:pt x="31750" y="153534"/>
                  </a:cubicBezTo>
                  <a:cubicBezTo>
                    <a:pt x="31750" y="153534"/>
                    <a:pt x="31750" y="153534"/>
                    <a:pt x="31750" y="128757"/>
                  </a:cubicBezTo>
                  <a:cubicBezTo>
                    <a:pt x="31750" y="124845"/>
                    <a:pt x="34340" y="122237"/>
                    <a:pt x="38225" y="122237"/>
                  </a:cubicBezTo>
                  <a:close/>
                  <a:moveTo>
                    <a:pt x="166687" y="85724"/>
                  </a:moveTo>
                  <a:lnTo>
                    <a:pt x="166687" y="98424"/>
                  </a:lnTo>
                  <a:lnTo>
                    <a:pt x="190500" y="98424"/>
                  </a:lnTo>
                  <a:lnTo>
                    <a:pt x="190500" y="85724"/>
                  </a:lnTo>
                  <a:close/>
                  <a:moveTo>
                    <a:pt x="104775" y="85724"/>
                  </a:moveTo>
                  <a:lnTo>
                    <a:pt x="104775" y="98424"/>
                  </a:lnTo>
                  <a:lnTo>
                    <a:pt x="130175" y="98424"/>
                  </a:lnTo>
                  <a:lnTo>
                    <a:pt x="130175" y="85724"/>
                  </a:lnTo>
                  <a:close/>
                  <a:moveTo>
                    <a:pt x="42862" y="85724"/>
                  </a:moveTo>
                  <a:lnTo>
                    <a:pt x="42862" y="98424"/>
                  </a:lnTo>
                  <a:lnTo>
                    <a:pt x="68262" y="98424"/>
                  </a:lnTo>
                  <a:lnTo>
                    <a:pt x="68262" y="85724"/>
                  </a:lnTo>
                  <a:close/>
                  <a:moveTo>
                    <a:pt x="159167" y="73024"/>
                  </a:moveTo>
                  <a:cubicBezTo>
                    <a:pt x="159167" y="73024"/>
                    <a:pt x="159167" y="73024"/>
                    <a:pt x="196725" y="73024"/>
                  </a:cubicBezTo>
                  <a:cubicBezTo>
                    <a:pt x="199315" y="73024"/>
                    <a:pt x="203200" y="75632"/>
                    <a:pt x="203200" y="79544"/>
                  </a:cubicBezTo>
                  <a:cubicBezTo>
                    <a:pt x="203200" y="79544"/>
                    <a:pt x="203200" y="79544"/>
                    <a:pt x="203200" y="104321"/>
                  </a:cubicBezTo>
                  <a:cubicBezTo>
                    <a:pt x="203200" y="106929"/>
                    <a:pt x="199315" y="109537"/>
                    <a:pt x="196725" y="109537"/>
                  </a:cubicBezTo>
                  <a:cubicBezTo>
                    <a:pt x="196725" y="109537"/>
                    <a:pt x="196725" y="109537"/>
                    <a:pt x="159167" y="109537"/>
                  </a:cubicBezTo>
                  <a:cubicBezTo>
                    <a:pt x="156577" y="109537"/>
                    <a:pt x="153987" y="106929"/>
                    <a:pt x="153987" y="104321"/>
                  </a:cubicBezTo>
                  <a:cubicBezTo>
                    <a:pt x="153987" y="104321"/>
                    <a:pt x="153987" y="104321"/>
                    <a:pt x="153987" y="79544"/>
                  </a:cubicBezTo>
                  <a:cubicBezTo>
                    <a:pt x="153987" y="75632"/>
                    <a:pt x="156577" y="73024"/>
                    <a:pt x="159167" y="73024"/>
                  </a:cubicBezTo>
                  <a:close/>
                  <a:moveTo>
                    <a:pt x="98550" y="73024"/>
                  </a:moveTo>
                  <a:cubicBezTo>
                    <a:pt x="98550" y="73024"/>
                    <a:pt x="98550" y="73024"/>
                    <a:pt x="134812" y="73024"/>
                  </a:cubicBezTo>
                  <a:cubicBezTo>
                    <a:pt x="138698" y="73024"/>
                    <a:pt x="141288" y="75632"/>
                    <a:pt x="141288" y="79544"/>
                  </a:cubicBezTo>
                  <a:cubicBezTo>
                    <a:pt x="141288" y="79544"/>
                    <a:pt x="141288" y="79544"/>
                    <a:pt x="141288" y="104321"/>
                  </a:cubicBezTo>
                  <a:cubicBezTo>
                    <a:pt x="141288" y="106929"/>
                    <a:pt x="138698" y="109537"/>
                    <a:pt x="134812" y="109537"/>
                  </a:cubicBezTo>
                  <a:cubicBezTo>
                    <a:pt x="134812" y="109537"/>
                    <a:pt x="134812" y="109537"/>
                    <a:pt x="98550" y="109537"/>
                  </a:cubicBezTo>
                  <a:cubicBezTo>
                    <a:pt x="94665" y="109537"/>
                    <a:pt x="92075" y="106929"/>
                    <a:pt x="92075" y="104321"/>
                  </a:cubicBezTo>
                  <a:cubicBezTo>
                    <a:pt x="92075" y="104321"/>
                    <a:pt x="92075" y="104321"/>
                    <a:pt x="92075" y="79544"/>
                  </a:cubicBezTo>
                  <a:cubicBezTo>
                    <a:pt x="92075" y="75632"/>
                    <a:pt x="94665" y="73024"/>
                    <a:pt x="98550" y="73024"/>
                  </a:cubicBezTo>
                  <a:close/>
                  <a:moveTo>
                    <a:pt x="38225" y="73024"/>
                  </a:moveTo>
                  <a:cubicBezTo>
                    <a:pt x="38225" y="73024"/>
                    <a:pt x="38225" y="73024"/>
                    <a:pt x="74487" y="73024"/>
                  </a:cubicBezTo>
                  <a:cubicBezTo>
                    <a:pt x="78373" y="73024"/>
                    <a:pt x="80963" y="75632"/>
                    <a:pt x="80963" y="79544"/>
                  </a:cubicBezTo>
                  <a:cubicBezTo>
                    <a:pt x="80963" y="79544"/>
                    <a:pt x="80963" y="79544"/>
                    <a:pt x="80963" y="104321"/>
                  </a:cubicBezTo>
                  <a:cubicBezTo>
                    <a:pt x="80963" y="106929"/>
                    <a:pt x="78373" y="109537"/>
                    <a:pt x="74487" y="109537"/>
                  </a:cubicBezTo>
                  <a:cubicBezTo>
                    <a:pt x="74487" y="109537"/>
                    <a:pt x="74487" y="109537"/>
                    <a:pt x="38225" y="109537"/>
                  </a:cubicBezTo>
                  <a:cubicBezTo>
                    <a:pt x="34340" y="109537"/>
                    <a:pt x="31750" y="106929"/>
                    <a:pt x="31750" y="104321"/>
                  </a:cubicBezTo>
                  <a:cubicBezTo>
                    <a:pt x="31750" y="104321"/>
                    <a:pt x="31750" y="104321"/>
                    <a:pt x="31750" y="79544"/>
                  </a:cubicBezTo>
                  <a:cubicBezTo>
                    <a:pt x="31750" y="75632"/>
                    <a:pt x="34340" y="73024"/>
                    <a:pt x="38225" y="73024"/>
                  </a:cubicBezTo>
                  <a:close/>
                  <a:moveTo>
                    <a:pt x="166687" y="36512"/>
                  </a:moveTo>
                  <a:lnTo>
                    <a:pt x="166687" y="49212"/>
                  </a:lnTo>
                  <a:lnTo>
                    <a:pt x="190500" y="49212"/>
                  </a:lnTo>
                  <a:lnTo>
                    <a:pt x="190500" y="36512"/>
                  </a:lnTo>
                  <a:close/>
                  <a:moveTo>
                    <a:pt x="104775" y="36512"/>
                  </a:moveTo>
                  <a:lnTo>
                    <a:pt x="104775" y="49212"/>
                  </a:lnTo>
                  <a:lnTo>
                    <a:pt x="130175" y="49212"/>
                  </a:lnTo>
                  <a:lnTo>
                    <a:pt x="130175" y="36512"/>
                  </a:lnTo>
                  <a:close/>
                  <a:moveTo>
                    <a:pt x="42862" y="36512"/>
                  </a:moveTo>
                  <a:lnTo>
                    <a:pt x="42862" y="49212"/>
                  </a:lnTo>
                  <a:lnTo>
                    <a:pt x="68262" y="49212"/>
                  </a:lnTo>
                  <a:lnTo>
                    <a:pt x="68262" y="36512"/>
                  </a:lnTo>
                  <a:close/>
                  <a:moveTo>
                    <a:pt x="159167" y="23812"/>
                  </a:moveTo>
                  <a:cubicBezTo>
                    <a:pt x="159167" y="23812"/>
                    <a:pt x="159167" y="23812"/>
                    <a:pt x="196725" y="23812"/>
                  </a:cubicBezTo>
                  <a:cubicBezTo>
                    <a:pt x="199315" y="23812"/>
                    <a:pt x="203200" y="26420"/>
                    <a:pt x="203200" y="30332"/>
                  </a:cubicBezTo>
                  <a:cubicBezTo>
                    <a:pt x="203200" y="30332"/>
                    <a:pt x="203200" y="30332"/>
                    <a:pt x="203200" y="55109"/>
                  </a:cubicBezTo>
                  <a:cubicBezTo>
                    <a:pt x="203200" y="57717"/>
                    <a:pt x="199315" y="60325"/>
                    <a:pt x="196725" y="60325"/>
                  </a:cubicBezTo>
                  <a:cubicBezTo>
                    <a:pt x="196725" y="60325"/>
                    <a:pt x="196725" y="60325"/>
                    <a:pt x="159167" y="60325"/>
                  </a:cubicBezTo>
                  <a:cubicBezTo>
                    <a:pt x="156577" y="60325"/>
                    <a:pt x="153987" y="57717"/>
                    <a:pt x="153987" y="55109"/>
                  </a:cubicBezTo>
                  <a:cubicBezTo>
                    <a:pt x="153987" y="55109"/>
                    <a:pt x="153987" y="55109"/>
                    <a:pt x="153987" y="30332"/>
                  </a:cubicBezTo>
                  <a:cubicBezTo>
                    <a:pt x="153987" y="26420"/>
                    <a:pt x="156577" y="23812"/>
                    <a:pt x="159167" y="23812"/>
                  </a:cubicBezTo>
                  <a:close/>
                  <a:moveTo>
                    <a:pt x="98550" y="23812"/>
                  </a:moveTo>
                  <a:cubicBezTo>
                    <a:pt x="98550" y="23812"/>
                    <a:pt x="98550" y="23812"/>
                    <a:pt x="134812" y="23812"/>
                  </a:cubicBezTo>
                  <a:cubicBezTo>
                    <a:pt x="138698" y="23812"/>
                    <a:pt x="141288" y="26420"/>
                    <a:pt x="141288" y="30332"/>
                  </a:cubicBezTo>
                  <a:cubicBezTo>
                    <a:pt x="141288" y="30332"/>
                    <a:pt x="141288" y="30332"/>
                    <a:pt x="141288" y="55109"/>
                  </a:cubicBezTo>
                  <a:cubicBezTo>
                    <a:pt x="141288" y="57717"/>
                    <a:pt x="138698" y="60325"/>
                    <a:pt x="134812" y="60325"/>
                  </a:cubicBezTo>
                  <a:cubicBezTo>
                    <a:pt x="134812" y="60325"/>
                    <a:pt x="134812" y="60325"/>
                    <a:pt x="98550" y="60325"/>
                  </a:cubicBezTo>
                  <a:cubicBezTo>
                    <a:pt x="94665" y="60325"/>
                    <a:pt x="92075" y="57717"/>
                    <a:pt x="92075" y="55109"/>
                  </a:cubicBezTo>
                  <a:cubicBezTo>
                    <a:pt x="92075" y="55109"/>
                    <a:pt x="92075" y="55109"/>
                    <a:pt x="92075" y="30332"/>
                  </a:cubicBezTo>
                  <a:cubicBezTo>
                    <a:pt x="92075" y="26420"/>
                    <a:pt x="94665" y="23812"/>
                    <a:pt x="98550" y="23812"/>
                  </a:cubicBezTo>
                  <a:close/>
                  <a:moveTo>
                    <a:pt x="38225" y="23812"/>
                  </a:moveTo>
                  <a:cubicBezTo>
                    <a:pt x="38225" y="23812"/>
                    <a:pt x="38225" y="23812"/>
                    <a:pt x="74487" y="23812"/>
                  </a:cubicBezTo>
                  <a:cubicBezTo>
                    <a:pt x="78373" y="23812"/>
                    <a:pt x="80963" y="26420"/>
                    <a:pt x="80963" y="30332"/>
                  </a:cubicBezTo>
                  <a:cubicBezTo>
                    <a:pt x="80963" y="30332"/>
                    <a:pt x="80963" y="30332"/>
                    <a:pt x="80963" y="55109"/>
                  </a:cubicBezTo>
                  <a:cubicBezTo>
                    <a:pt x="80963" y="57717"/>
                    <a:pt x="78373" y="60325"/>
                    <a:pt x="74487" y="60325"/>
                  </a:cubicBezTo>
                  <a:cubicBezTo>
                    <a:pt x="74487" y="60325"/>
                    <a:pt x="74487" y="60325"/>
                    <a:pt x="38225" y="60325"/>
                  </a:cubicBezTo>
                  <a:cubicBezTo>
                    <a:pt x="34340" y="60325"/>
                    <a:pt x="31750" y="57717"/>
                    <a:pt x="31750" y="55109"/>
                  </a:cubicBezTo>
                  <a:cubicBezTo>
                    <a:pt x="31750" y="55109"/>
                    <a:pt x="31750" y="55109"/>
                    <a:pt x="31750" y="30332"/>
                  </a:cubicBezTo>
                  <a:cubicBezTo>
                    <a:pt x="31750" y="26420"/>
                    <a:pt x="34340" y="23812"/>
                    <a:pt x="38225" y="23812"/>
                  </a:cubicBezTo>
                  <a:close/>
                  <a:moveTo>
                    <a:pt x="19050" y="11112"/>
                  </a:moveTo>
                  <a:lnTo>
                    <a:pt x="19050" y="319087"/>
                  </a:lnTo>
                  <a:cubicBezTo>
                    <a:pt x="19050" y="319087"/>
                    <a:pt x="19050" y="319087"/>
                    <a:pt x="92054" y="319087"/>
                  </a:cubicBezTo>
                  <a:cubicBezTo>
                    <a:pt x="92054" y="319087"/>
                    <a:pt x="92054" y="319087"/>
                    <a:pt x="92054" y="275091"/>
                  </a:cubicBezTo>
                  <a:cubicBezTo>
                    <a:pt x="92054" y="272503"/>
                    <a:pt x="94661" y="269915"/>
                    <a:pt x="98572" y="269915"/>
                  </a:cubicBezTo>
                  <a:cubicBezTo>
                    <a:pt x="98572" y="269915"/>
                    <a:pt x="98572" y="269915"/>
                    <a:pt x="135074" y="269915"/>
                  </a:cubicBezTo>
                  <a:cubicBezTo>
                    <a:pt x="138985" y="269915"/>
                    <a:pt x="141592" y="272503"/>
                    <a:pt x="141592" y="275091"/>
                  </a:cubicBezTo>
                  <a:cubicBezTo>
                    <a:pt x="141592" y="275091"/>
                    <a:pt x="141592" y="275091"/>
                    <a:pt x="141592" y="319087"/>
                  </a:cubicBezTo>
                  <a:cubicBezTo>
                    <a:pt x="141592" y="319087"/>
                    <a:pt x="141592" y="319087"/>
                    <a:pt x="215900" y="319087"/>
                  </a:cubicBezTo>
                  <a:cubicBezTo>
                    <a:pt x="215900" y="319087"/>
                    <a:pt x="215900" y="319087"/>
                    <a:pt x="215900" y="11112"/>
                  </a:cubicBezTo>
                  <a:cubicBezTo>
                    <a:pt x="215900" y="11112"/>
                    <a:pt x="215900" y="11112"/>
                    <a:pt x="19050" y="11112"/>
                  </a:cubicBezTo>
                  <a:close/>
                  <a:moveTo>
                    <a:pt x="12964" y="0"/>
                  </a:moveTo>
                  <a:cubicBezTo>
                    <a:pt x="12964" y="0"/>
                    <a:pt x="12964" y="0"/>
                    <a:pt x="220399" y="0"/>
                  </a:cubicBezTo>
                  <a:cubicBezTo>
                    <a:pt x="220399" y="0"/>
                    <a:pt x="221695" y="0"/>
                    <a:pt x="221695" y="0"/>
                  </a:cubicBezTo>
                  <a:cubicBezTo>
                    <a:pt x="224288" y="0"/>
                    <a:pt x="226881" y="2592"/>
                    <a:pt x="226881" y="6480"/>
                  </a:cubicBezTo>
                  <a:cubicBezTo>
                    <a:pt x="226881" y="6480"/>
                    <a:pt x="226881" y="6480"/>
                    <a:pt x="226881" y="320124"/>
                  </a:cubicBezTo>
                  <a:cubicBezTo>
                    <a:pt x="230770" y="320124"/>
                    <a:pt x="233363" y="322716"/>
                    <a:pt x="233363" y="325308"/>
                  </a:cubicBezTo>
                  <a:cubicBezTo>
                    <a:pt x="233363" y="329196"/>
                    <a:pt x="230770" y="331788"/>
                    <a:pt x="226881" y="331788"/>
                  </a:cubicBezTo>
                  <a:cubicBezTo>
                    <a:pt x="226881" y="331788"/>
                    <a:pt x="226881" y="331788"/>
                    <a:pt x="6482" y="331788"/>
                  </a:cubicBezTo>
                  <a:cubicBezTo>
                    <a:pt x="2593" y="331788"/>
                    <a:pt x="0" y="329196"/>
                    <a:pt x="0" y="325308"/>
                  </a:cubicBezTo>
                  <a:cubicBezTo>
                    <a:pt x="0" y="322716"/>
                    <a:pt x="2593" y="320124"/>
                    <a:pt x="6482" y="320124"/>
                  </a:cubicBezTo>
                  <a:cubicBezTo>
                    <a:pt x="6482" y="320124"/>
                    <a:pt x="6482" y="320124"/>
                    <a:pt x="6482" y="6480"/>
                  </a:cubicBezTo>
                  <a:cubicBezTo>
                    <a:pt x="6482" y="2592"/>
                    <a:pt x="9075" y="0"/>
                    <a:pt x="12964" y="0"/>
                  </a:cubicBezTo>
                  <a:close/>
                </a:path>
              </a:pathLst>
            </a:custGeom>
            <a:grpFill/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-1674856" y="4664395"/>
              <a:ext cx="1214314" cy="1442001"/>
            </a:xfrm>
            <a:custGeom>
              <a:avLst/>
              <a:gdLst/>
              <a:ahLst/>
              <a:cxnLst/>
              <a:rect l="l" t="t" r="r" b="b"/>
              <a:pathLst>
                <a:path w="279400" h="331788">
                  <a:moveTo>
                    <a:pt x="192089" y="300038"/>
                  </a:moveTo>
                  <a:lnTo>
                    <a:pt x="242889" y="300038"/>
                  </a:lnTo>
                  <a:lnTo>
                    <a:pt x="242889" y="311151"/>
                  </a:lnTo>
                  <a:lnTo>
                    <a:pt x="192089" y="311151"/>
                  </a:lnTo>
                  <a:close/>
                  <a:moveTo>
                    <a:pt x="128589" y="300038"/>
                  </a:moveTo>
                  <a:lnTo>
                    <a:pt x="180977" y="300038"/>
                  </a:lnTo>
                  <a:lnTo>
                    <a:pt x="180977" y="311151"/>
                  </a:lnTo>
                  <a:lnTo>
                    <a:pt x="128589" y="311151"/>
                  </a:lnTo>
                  <a:close/>
                  <a:moveTo>
                    <a:pt x="36514" y="300038"/>
                  </a:moveTo>
                  <a:lnTo>
                    <a:pt x="87314" y="300038"/>
                  </a:lnTo>
                  <a:lnTo>
                    <a:pt x="87314" y="311151"/>
                  </a:lnTo>
                  <a:lnTo>
                    <a:pt x="36514" y="311151"/>
                  </a:lnTo>
                  <a:close/>
                  <a:moveTo>
                    <a:pt x="114300" y="290512"/>
                  </a:moveTo>
                  <a:lnTo>
                    <a:pt x="114300" y="320675"/>
                  </a:lnTo>
                  <a:lnTo>
                    <a:pt x="258763" y="320675"/>
                  </a:lnTo>
                  <a:lnTo>
                    <a:pt x="258763" y="290512"/>
                  </a:lnTo>
                  <a:close/>
                  <a:moveTo>
                    <a:pt x="20638" y="290512"/>
                  </a:moveTo>
                  <a:lnTo>
                    <a:pt x="20638" y="320675"/>
                  </a:lnTo>
                  <a:lnTo>
                    <a:pt x="103188" y="320675"/>
                  </a:lnTo>
                  <a:lnTo>
                    <a:pt x="103188" y="290512"/>
                  </a:lnTo>
                  <a:close/>
                  <a:moveTo>
                    <a:pt x="222250" y="254000"/>
                  </a:moveTo>
                  <a:lnTo>
                    <a:pt x="242888" y="254000"/>
                  </a:lnTo>
                  <a:lnTo>
                    <a:pt x="242888" y="263525"/>
                  </a:lnTo>
                  <a:lnTo>
                    <a:pt x="222250" y="263525"/>
                  </a:lnTo>
                  <a:close/>
                  <a:moveTo>
                    <a:pt x="192088" y="254000"/>
                  </a:moveTo>
                  <a:lnTo>
                    <a:pt x="212726" y="254000"/>
                  </a:lnTo>
                  <a:lnTo>
                    <a:pt x="212726" y="263525"/>
                  </a:lnTo>
                  <a:lnTo>
                    <a:pt x="192088" y="263525"/>
                  </a:lnTo>
                  <a:close/>
                  <a:moveTo>
                    <a:pt x="160338" y="254000"/>
                  </a:moveTo>
                  <a:lnTo>
                    <a:pt x="180976" y="254000"/>
                  </a:lnTo>
                  <a:lnTo>
                    <a:pt x="180976" y="263525"/>
                  </a:lnTo>
                  <a:lnTo>
                    <a:pt x="160338" y="263525"/>
                  </a:lnTo>
                  <a:close/>
                  <a:moveTo>
                    <a:pt x="128588" y="254000"/>
                  </a:moveTo>
                  <a:lnTo>
                    <a:pt x="149226" y="254000"/>
                  </a:lnTo>
                  <a:lnTo>
                    <a:pt x="149226" y="263525"/>
                  </a:lnTo>
                  <a:lnTo>
                    <a:pt x="128588" y="263525"/>
                  </a:lnTo>
                  <a:close/>
                  <a:moveTo>
                    <a:pt x="66676" y="254000"/>
                  </a:moveTo>
                  <a:lnTo>
                    <a:pt x="87314" y="254000"/>
                  </a:lnTo>
                  <a:lnTo>
                    <a:pt x="87314" y="263525"/>
                  </a:lnTo>
                  <a:lnTo>
                    <a:pt x="66676" y="263525"/>
                  </a:lnTo>
                  <a:close/>
                  <a:moveTo>
                    <a:pt x="36514" y="254000"/>
                  </a:moveTo>
                  <a:lnTo>
                    <a:pt x="57152" y="254000"/>
                  </a:lnTo>
                  <a:lnTo>
                    <a:pt x="57152" y="263525"/>
                  </a:lnTo>
                  <a:lnTo>
                    <a:pt x="36514" y="263525"/>
                  </a:lnTo>
                  <a:close/>
                  <a:moveTo>
                    <a:pt x="66676" y="233363"/>
                  </a:moveTo>
                  <a:lnTo>
                    <a:pt x="87314" y="233363"/>
                  </a:lnTo>
                  <a:lnTo>
                    <a:pt x="87314" y="242888"/>
                  </a:lnTo>
                  <a:lnTo>
                    <a:pt x="66676" y="242888"/>
                  </a:lnTo>
                  <a:close/>
                  <a:moveTo>
                    <a:pt x="36514" y="233363"/>
                  </a:moveTo>
                  <a:lnTo>
                    <a:pt x="57152" y="233363"/>
                  </a:lnTo>
                  <a:lnTo>
                    <a:pt x="57152" y="242888"/>
                  </a:lnTo>
                  <a:lnTo>
                    <a:pt x="36514" y="242888"/>
                  </a:lnTo>
                  <a:close/>
                  <a:moveTo>
                    <a:pt x="222250" y="233362"/>
                  </a:moveTo>
                  <a:lnTo>
                    <a:pt x="242888" y="233362"/>
                  </a:lnTo>
                  <a:lnTo>
                    <a:pt x="242888" y="242887"/>
                  </a:lnTo>
                  <a:lnTo>
                    <a:pt x="222250" y="242887"/>
                  </a:lnTo>
                  <a:close/>
                  <a:moveTo>
                    <a:pt x="192088" y="233362"/>
                  </a:moveTo>
                  <a:lnTo>
                    <a:pt x="212726" y="233362"/>
                  </a:lnTo>
                  <a:lnTo>
                    <a:pt x="212726" y="242887"/>
                  </a:lnTo>
                  <a:lnTo>
                    <a:pt x="192088" y="242887"/>
                  </a:lnTo>
                  <a:close/>
                  <a:moveTo>
                    <a:pt x="160338" y="233362"/>
                  </a:moveTo>
                  <a:lnTo>
                    <a:pt x="180976" y="233362"/>
                  </a:lnTo>
                  <a:lnTo>
                    <a:pt x="180976" y="242887"/>
                  </a:lnTo>
                  <a:lnTo>
                    <a:pt x="160338" y="242887"/>
                  </a:lnTo>
                  <a:close/>
                  <a:moveTo>
                    <a:pt x="128588" y="233362"/>
                  </a:moveTo>
                  <a:lnTo>
                    <a:pt x="149226" y="233362"/>
                  </a:lnTo>
                  <a:lnTo>
                    <a:pt x="149226" y="242887"/>
                  </a:lnTo>
                  <a:lnTo>
                    <a:pt x="128588" y="242887"/>
                  </a:lnTo>
                  <a:close/>
                  <a:moveTo>
                    <a:pt x="222250" y="212725"/>
                  </a:moveTo>
                  <a:lnTo>
                    <a:pt x="242888" y="212725"/>
                  </a:lnTo>
                  <a:lnTo>
                    <a:pt x="242888" y="222250"/>
                  </a:lnTo>
                  <a:lnTo>
                    <a:pt x="222250" y="222250"/>
                  </a:lnTo>
                  <a:close/>
                  <a:moveTo>
                    <a:pt x="192088" y="212725"/>
                  </a:moveTo>
                  <a:lnTo>
                    <a:pt x="212726" y="212725"/>
                  </a:lnTo>
                  <a:lnTo>
                    <a:pt x="212726" y="222250"/>
                  </a:lnTo>
                  <a:lnTo>
                    <a:pt x="192088" y="222250"/>
                  </a:lnTo>
                  <a:close/>
                  <a:moveTo>
                    <a:pt x="160338" y="212725"/>
                  </a:moveTo>
                  <a:lnTo>
                    <a:pt x="180976" y="212725"/>
                  </a:lnTo>
                  <a:lnTo>
                    <a:pt x="180976" y="222250"/>
                  </a:lnTo>
                  <a:lnTo>
                    <a:pt x="160338" y="222250"/>
                  </a:lnTo>
                  <a:close/>
                  <a:moveTo>
                    <a:pt x="128588" y="212725"/>
                  </a:moveTo>
                  <a:lnTo>
                    <a:pt x="149226" y="212725"/>
                  </a:lnTo>
                  <a:lnTo>
                    <a:pt x="149226" y="222250"/>
                  </a:lnTo>
                  <a:lnTo>
                    <a:pt x="128588" y="222250"/>
                  </a:lnTo>
                  <a:close/>
                  <a:moveTo>
                    <a:pt x="66676" y="212725"/>
                  </a:moveTo>
                  <a:lnTo>
                    <a:pt x="87314" y="212725"/>
                  </a:lnTo>
                  <a:lnTo>
                    <a:pt x="87314" y="222250"/>
                  </a:lnTo>
                  <a:lnTo>
                    <a:pt x="66676" y="222250"/>
                  </a:lnTo>
                  <a:close/>
                  <a:moveTo>
                    <a:pt x="36514" y="212725"/>
                  </a:moveTo>
                  <a:lnTo>
                    <a:pt x="57152" y="212725"/>
                  </a:lnTo>
                  <a:lnTo>
                    <a:pt x="57152" y="222250"/>
                  </a:lnTo>
                  <a:lnTo>
                    <a:pt x="36514" y="222250"/>
                  </a:lnTo>
                  <a:close/>
                  <a:moveTo>
                    <a:pt x="66676" y="192088"/>
                  </a:moveTo>
                  <a:lnTo>
                    <a:pt x="87314" y="192088"/>
                  </a:lnTo>
                  <a:lnTo>
                    <a:pt x="87314" y="201613"/>
                  </a:lnTo>
                  <a:lnTo>
                    <a:pt x="66676" y="201613"/>
                  </a:lnTo>
                  <a:close/>
                  <a:moveTo>
                    <a:pt x="36514" y="192088"/>
                  </a:moveTo>
                  <a:lnTo>
                    <a:pt x="57152" y="192088"/>
                  </a:lnTo>
                  <a:lnTo>
                    <a:pt x="57152" y="201613"/>
                  </a:lnTo>
                  <a:lnTo>
                    <a:pt x="36514" y="201613"/>
                  </a:lnTo>
                  <a:close/>
                  <a:moveTo>
                    <a:pt x="222250" y="192087"/>
                  </a:moveTo>
                  <a:lnTo>
                    <a:pt x="242888" y="192087"/>
                  </a:lnTo>
                  <a:lnTo>
                    <a:pt x="242888" y="201612"/>
                  </a:lnTo>
                  <a:lnTo>
                    <a:pt x="222250" y="201612"/>
                  </a:lnTo>
                  <a:close/>
                  <a:moveTo>
                    <a:pt x="192088" y="192087"/>
                  </a:moveTo>
                  <a:lnTo>
                    <a:pt x="212726" y="192087"/>
                  </a:lnTo>
                  <a:lnTo>
                    <a:pt x="212726" y="201612"/>
                  </a:lnTo>
                  <a:lnTo>
                    <a:pt x="192088" y="201612"/>
                  </a:lnTo>
                  <a:close/>
                  <a:moveTo>
                    <a:pt x="160338" y="192087"/>
                  </a:moveTo>
                  <a:lnTo>
                    <a:pt x="180976" y="192087"/>
                  </a:lnTo>
                  <a:lnTo>
                    <a:pt x="180976" y="201612"/>
                  </a:lnTo>
                  <a:lnTo>
                    <a:pt x="160338" y="201612"/>
                  </a:lnTo>
                  <a:close/>
                  <a:moveTo>
                    <a:pt x="128588" y="192087"/>
                  </a:moveTo>
                  <a:lnTo>
                    <a:pt x="149226" y="192087"/>
                  </a:lnTo>
                  <a:lnTo>
                    <a:pt x="149226" y="201612"/>
                  </a:lnTo>
                  <a:lnTo>
                    <a:pt x="128588" y="201612"/>
                  </a:lnTo>
                  <a:close/>
                  <a:moveTo>
                    <a:pt x="222250" y="171450"/>
                  </a:moveTo>
                  <a:lnTo>
                    <a:pt x="242888" y="171450"/>
                  </a:lnTo>
                  <a:lnTo>
                    <a:pt x="242888" y="180975"/>
                  </a:lnTo>
                  <a:lnTo>
                    <a:pt x="222250" y="180975"/>
                  </a:lnTo>
                  <a:close/>
                  <a:moveTo>
                    <a:pt x="192088" y="171450"/>
                  </a:moveTo>
                  <a:lnTo>
                    <a:pt x="212726" y="171450"/>
                  </a:lnTo>
                  <a:lnTo>
                    <a:pt x="212726" y="180975"/>
                  </a:lnTo>
                  <a:lnTo>
                    <a:pt x="192088" y="180975"/>
                  </a:lnTo>
                  <a:close/>
                  <a:moveTo>
                    <a:pt x="160338" y="171450"/>
                  </a:moveTo>
                  <a:lnTo>
                    <a:pt x="180976" y="171450"/>
                  </a:lnTo>
                  <a:lnTo>
                    <a:pt x="180976" y="180975"/>
                  </a:lnTo>
                  <a:lnTo>
                    <a:pt x="160338" y="180975"/>
                  </a:lnTo>
                  <a:close/>
                  <a:moveTo>
                    <a:pt x="128588" y="171450"/>
                  </a:moveTo>
                  <a:lnTo>
                    <a:pt x="149226" y="171450"/>
                  </a:lnTo>
                  <a:lnTo>
                    <a:pt x="149226" y="180975"/>
                  </a:lnTo>
                  <a:lnTo>
                    <a:pt x="128588" y="180975"/>
                  </a:lnTo>
                  <a:close/>
                  <a:moveTo>
                    <a:pt x="66676" y="171450"/>
                  </a:moveTo>
                  <a:lnTo>
                    <a:pt x="87314" y="171450"/>
                  </a:lnTo>
                  <a:lnTo>
                    <a:pt x="87314" y="180975"/>
                  </a:lnTo>
                  <a:lnTo>
                    <a:pt x="66676" y="180975"/>
                  </a:lnTo>
                  <a:close/>
                  <a:moveTo>
                    <a:pt x="36514" y="171450"/>
                  </a:moveTo>
                  <a:lnTo>
                    <a:pt x="57152" y="171450"/>
                  </a:lnTo>
                  <a:lnTo>
                    <a:pt x="57152" y="180975"/>
                  </a:lnTo>
                  <a:lnTo>
                    <a:pt x="36514" y="180975"/>
                  </a:lnTo>
                  <a:close/>
                  <a:moveTo>
                    <a:pt x="222250" y="149225"/>
                  </a:moveTo>
                  <a:lnTo>
                    <a:pt x="242888" y="149225"/>
                  </a:lnTo>
                  <a:lnTo>
                    <a:pt x="242888" y="160338"/>
                  </a:lnTo>
                  <a:lnTo>
                    <a:pt x="222250" y="160338"/>
                  </a:lnTo>
                  <a:close/>
                  <a:moveTo>
                    <a:pt x="192088" y="149225"/>
                  </a:moveTo>
                  <a:lnTo>
                    <a:pt x="212726" y="149225"/>
                  </a:lnTo>
                  <a:lnTo>
                    <a:pt x="212726" y="160338"/>
                  </a:lnTo>
                  <a:lnTo>
                    <a:pt x="192088" y="160338"/>
                  </a:lnTo>
                  <a:close/>
                  <a:moveTo>
                    <a:pt x="160338" y="149225"/>
                  </a:moveTo>
                  <a:lnTo>
                    <a:pt x="180976" y="149225"/>
                  </a:lnTo>
                  <a:lnTo>
                    <a:pt x="180976" y="160338"/>
                  </a:lnTo>
                  <a:lnTo>
                    <a:pt x="160338" y="160338"/>
                  </a:lnTo>
                  <a:close/>
                  <a:moveTo>
                    <a:pt x="128588" y="149225"/>
                  </a:moveTo>
                  <a:lnTo>
                    <a:pt x="149226" y="149225"/>
                  </a:lnTo>
                  <a:lnTo>
                    <a:pt x="149226" y="160338"/>
                  </a:lnTo>
                  <a:lnTo>
                    <a:pt x="128588" y="160338"/>
                  </a:lnTo>
                  <a:close/>
                  <a:moveTo>
                    <a:pt x="66676" y="149225"/>
                  </a:moveTo>
                  <a:lnTo>
                    <a:pt x="87314" y="149225"/>
                  </a:lnTo>
                  <a:lnTo>
                    <a:pt x="87314" y="160338"/>
                  </a:lnTo>
                  <a:lnTo>
                    <a:pt x="66676" y="160338"/>
                  </a:lnTo>
                  <a:close/>
                  <a:moveTo>
                    <a:pt x="36514" y="149225"/>
                  </a:moveTo>
                  <a:lnTo>
                    <a:pt x="57152" y="149225"/>
                  </a:lnTo>
                  <a:lnTo>
                    <a:pt x="57152" y="160338"/>
                  </a:lnTo>
                  <a:lnTo>
                    <a:pt x="36514" y="160338"/>
                  </a:lnTo>
                  <a:close/>
                  <a:moveTo>
                    <a:pt x="222251" y="128588"/>
                  </a:moveTo>
                  <a:lnTo>
                    <a:pt x="242889" y="128588"/>
                  </a:lnTo>
                  <a:lnTo>
                    <a:pt x="242889" y="139701"/>
                  </a:lnTo>
                  <a:lnTo>
                    <a:pt x="222251" y="139701"/>
                  </a:lnTo>
                  <a:close/>
                  <a:moveTo>
                    <a:pt x="192089" y="128588"/>
                  </a:moveTo>
                  <a:lnTo>
                    <a:pt x="212727" y="128588"/>
                  </a:lnTo>
                  <a:lnTo>
                    <a:pt x="212727" y="139701"/>
                  </a:lnTo>
                  <a:lnTo>
                    <a:pt x="192089" y="139701"/>
                  </a:lnTo>
                  <a:close/>
                  <a:moveTo>
                    <a:pt x="160339" y="128588"/>
                  </a:moveTo>
                  <a:lnTo>
                    <a:pt x="180977" y="128588"/>
                  </a:lnTo>
                  <a:lnTo>
                    <a:pt x="180977" y="139701"/>
                  </a:lnTo>
                  <a:lnTo>
                    <a:pt x="160339" y="139701"/>
                  </a:lnTo>
                  <a:close/>
                  <a:moveTo>
                    <a:pt x="128589" y="128588"/>
                  </a:moveTo>
                  <a:lnTo>
                    <a:pt x="149227" y="128588"/>
                  </a:lnTo>
                  <a:lnTo>
                    <a:pt x="149227" y="139701"/>
                  </a:lnTo>
                  <a:lnTo>
                    <a:pt x="128589" y="139701"/>
                  </a:lnTo>
                  <a:close/>
                  <a:moveTo>
                    <a:pt x="66676" y="128588"/>
                  </a:moveTo>
                  <a:lnTo>
                    <a:pt x="87314" y="128588"/>
                  </a:lnTo>
                  <a:lnTo>
                    <a:pt x="87314" y="139701"/>
                  </a:lnTo>
                  <a:lnTo>
                    <a:pt x="66676" y="139701"/>
                  </a:lnTo>
                  <a:close/>
                  <a:moveTo>
                    <a:pt x="36514" y="128588"/>
                  </a:moveTo>
                  <a:lnTo>
                    <a:pt x="57152" y="128588"/>
                  </a:lnTo>
                  <a:lnTo>
                    <a:pt x="57152" y="139701"/>
                  </a:lnTo>
                  <a:lnTo>
                    <a:pt x="36514" y="139701"/>
                  </a:lnTo>
                  <a:close/>
                  <a:moveTo>
                    <a:pt x="20638" y="114300"/>
                  </a:moveTo>
                  <a:lnTo>
                    <a:pt x="20638" y="279400"/>
                  </a:lnTo>
                  <a:lnTo>
                    <a:pt x="103188" y="279400"/>
                  </a:lnTo>
                  <a:lnTo>
                    <a:pt x="103188" y="114300"/>
                  </a:lnTo>
                  <a:close/>
                  <a:moveTo>
                    <a:pt x="222251" y="107950"/>
                  </a:moveTo>
                  <a:lnTo>
                    <a:pt x="242889" y="107950"/>
                  </a:lnTo>
                  <a:lnTo>
                    <a:pt x="242889" y="119063"/>
                  </a:lnTo>
                  <a:lnTo>
                    <a:pt x="222251" y="119063"/>
                  </a:lnTo>
                  <a:close/>
                  <a:moveTo>
                    <a:pt x="192089" y="107950"/>
                  </a:moveTo>
                  <a:lnTo>
                    <a:pt x="212727" y="107950"/>
                  </a:lnTo>
                  <a:lnTo>
                    <a:pt x="212727" y="119063"/>
                  </a:lnTo>
                  <a:lnTo>
                    <a:pt x="192089" y="119063"/>
                  </a:lnTo>
                  <a:close/>
                  <a:moveTo>
                    <a:pt x="160339" y="107950"/>
                  </a:moveTo>
                  <a:lnTo>
                    <a:pt x="180977" y="107950"/>
                  </a:lnTo>
                  <a:lnTo>
                    <a:pt x="180977" y="119063"/>
                  </a:lnTo>
                  <a:lnTo>
                    <a:pt x="160339" y="119063"/>
                  </a:lnTo>
                  <a:close/>
                  <a:moveTo>
                    <a:pt x="128589" y="107950"/>
                  </a:moveTo>
                  <a:lnTo>
                    <a:pt x="149227" y="107950"/>
                  </a:lnTo>
                  <a:lnTo>
                    <a:pt x="149227" y="119063"/>
                  </a:lnTo>
                  <a:lnTo>
                    <a:pt x="128589" y="119063"/>
                  </a:lnTo>
                  <a:close/>
                  <a:moveTo>
                    <a:pt x="222251" y="87313"/>
                  </a:moveTo>
                  <a:lnTo>
                    <a:pt x="242889" y="87313"/>
                  </a:lnTo>
                  <a:lnTo>
                    <a:pt x="242889" y="98426"/>
                  </a:lnTo>
                  <a:lnTo>
                    <a:pt x="222251" y="98426"/>
                  </a:lnTo>
                  <a:close/>
                  <a:moveTo>
                    <a:pt x="192089" y="87313"/>
                  </a:moveTo>
                  <a:lnTo>
                    <a:pt x="212727" y="87313"/>
                  </a:lnTo>
                  <a:lnTo>
                    <a:pt x="212727" y="98426"/>
                  </a:lnTo>
                  <a:lnTo>
                    <a:pt x="192089" y="98426"/>
                  </a:lnTo>
                  <a:close/>
                  <a:moveTo>
                    <a:pt x="160339" y="87313"/>
                  </a:moveTo>
                  <a:lnTo>
                    <a:pt x="180977" y="87313"/>
                  </a:lnTo>
                  <a:lnTo>
                    <a:pt x="180977" y="98426"/>
                  </a:lnTo>
                  <a:lnTo>
                    <a:pt x="160339" y="98426"/>
                  </a:lnTo>
                  <a:close/>
                  <a:moveTo>
                    <a:pt x="128589" y="87313"/>
                  </a:moveTo>
                  <a:lnTo>
                    <a:pt x="149227" y="87313"/>
                  </a:lnTo>
                  <a:lnTo>
                    <a:pt x="149227" y="98426"/>
                  </a:lnTo>
                  <a:lnTo>
                    <a:pt x="128589" y="98426"/>
                  </a:lnTo>
                  <a:close/>
                  <a:moveTo>
                    <a:pt x="222251" y="66675"/>
                  </a:moveTo>
                  <a:lnTo>
                    <a:pt x="242889" y="66675"/>
                  </a:lnTo>
                  <a:lnTo>
                    <a:pt x="242889" y="77788"/>
                  </a:lnTo>
                  <a:lnTo>
                    <a:pt x="222251" y="77788"/>
                  </a:lnTo>
                  <a:close/>
                  <a:moveTo>
                    <a:pt x="192089" y="66675"/>
                  </a:moveTo>
                  <a:lnTo>
                    <a:pt x="212727" y="66675"/>
                  </a:lnTo>
                  <a:lnTo>
                    <a:pt x="212727" y="77788"/>
                  </a:lnTo>
                  <a:lnTo>
                    <a:pt x="192089" y="77788"/>
                  </a:lnTo>
                  <a:close/>
                  <a:moveTo>
                    <a:pt x="160339" y="66675"/>
                  </a:moveTo>
                  <a:lnTo>
                    <a:pt x="180977" y="66675"/>
                  </a:lnTo>
                  <a:lnTo>
                    <a:pt x="180977" y="77788"/>
                  </a:lnTo>
                  <a:lnTo>
                    <a:pt x="160339" y="77788"/>
                  </a:lnTo>
                  <a:close/>
                  <a:moveTo>
                    <a:pt x="128589" y="66675"/>
                  </a:moveTo>
                  <a:lnTo>
                    <a:pt x="149227" y="66675"/>
                  </a:lnTo>
                  <a:lnTo>
                    <a:pt x="149227" y="77788"/>
                  </a:lnTo>
                  <a:lnTo>
                    <a:pt x="128589" y="77788"/>
                  </a:lnTo>
                  <a:close/>
                  <a:moveTo>
                    <a:pt x="222251" y="46038"/>
                  </a:moveTo>
                  <a:lnTo>
                    <a:pt x="242889" y="46038"/>
                  </a:lnTo>
                  <a:lnTo>
                    <a:pt x="242889" y="57151"/>
                  </a:lnTo>
                  <a:lnTo>
                    <a:pt x="222251" y="57151"/>
                  </a:lnTo>
                  <a:close/>
                  <a:moveTo>
                    <a:pt x="192089" y="46038"/>
                  </a:moveTo>
                  <a:lnTo>
                    <a:pt x="212727" y="46038"/>
                  </a:lnTo>
                  <a:lnTo>
                    <a:pt x="212727" y="57151"/>
                  </a:lnTo>
                  <a:lnTo>
                    <a:pt x="192089" y="57151"/>
                  </a:lnTo>
                  <a:close/>
                  <a:moveTo>
                    <a:pt x="160339" y="46038"/>
                  </a:moveTo>
                  <a:lnTo>
                    <a:pt x="180977" y="46038"/>
                  </a:lnTo>
                  <a:lnTo>
                    <a:pt x="180977" y="57151"/>
                  </a:lnTo>
                  <a:lnTo>
                    <a:pt x="160339" y="57151"/>
                  </a:lnTo>
                  <a:close/>
                  <a:moveTo>
                    <a:pt x="128589" y="46038"/>
                  </a:moveTo>
                  <a:lnTo>
                    <a:pt x="149227" y="46038"/>
                  </a:lnTo>
                  <a:lnTo>
                    <a:pt x="149227" y="57151"/>
                  </a:lnTo>
                  <a:lnTo>
                    <a:pt x="128589" y="57151"/>
                  </a:lnTo>
                  <a:close/>
                  <a:moveTo>
                    <a:pt x="222251" y="25400"/>
                  </a:moveTo>
                  <a:lnTo>
                    <a:pt x="242889" y="25400"/>
                  </a:lnTo>
                  <a:lnTo>
                    <a:pt x="242889" y="36513"/>
                  </a:lnTo>
                  <a:lnTo>
                    <a:pt x="222251" y="36513"/>
                  </a:lnTo>
                  <a:close/>
                  <a:moveTo>
                    <a:pt x="192089" y="25400"/>
                  </a:moveTo>
                  <a:lnTo>
                    <a:pt x="212727" y="25400"/>
                  </a:lnTo>
                  <a:lnTo>
                    <a:pt x="212727" y="36513"/>
                  </a:lnTo>
                  <a:lnTo>
                    <a:pt x="192089" y="36513"/>
                  </a:lnTo>
                  <a:close/>
                  <a:moveTo>
                    <a:pt x="160339" y="25400"/>
                  </a:moveTo>
                  <a:lnTo>
                    <a:pt x="180977" y="25400"/>
                  </a:lnTo>
                  <a:lnTo>
                    <a:pt x="180977" y="36513"/>
                  </a:lnTo>
                  <a:lnTo>
                    <a:pt x="160339" y="36513"/>
                  </a:lnTo>
                  <a:close/>
                  <a:moveTo>
                    <a:pt x="128589" y="25400"/>
                  </a:moveTo>
                  <a:lnTo>
                    <a:pt x="149227" y="25400"/>
                  </a:lnTo>
                  <a:lnTo>
                    <a:pt x="149227" y="36513"/>
                  </a:lnTo>
                  <a:lnTo>
                    <a:pt x="128589" y="36513"/>
                  </a:lnTo>
                  <a:close/>
                  <a:moveTo>
                    <a:pt x="114300" y="9525"/>
                  </a:moveTo>
                  <a:lnTo>
                    <a:pt x="114300" y="279400"/>
                  </a:lnTo>
                  <a:lnTo>
                    <a:pt x="258763" y="279400"/>
                  </a:lnTo>
                  <a:lnTo>
                    <a:pt x="258763" y="9525"/>
                  </a:lnTo>
                  <a:close/>
                  <a:moveTo>
                    <a:pt x="103187" y="0"/>
                  </a:moveTo>
                  <a:lnTo>
                    <a:pt x="268288" y="0"/>
                  </a:lnTo>
                  <a:lnTo>
                    <a:pt x="268288" y="320676"/>
                  </a:lnTo>
                  <a:lnTo>
                    <a:pt x="279400" y="320676"/>
                  </a:lnTo>
                  <a:lnTo>
                    <a:pt x="279400" y="331788"/>
                  </a:lnTo>
                  <a:lnTo>
                    <a:pt x="0" y="331788"/>
                  </a:lnTo>
                  <a:lnTo>
                    <a:pt x="0" y="320676"/>
                  </a:lnTo>
                  <a:lnTo>
                    <a:pt x="9525" y="320676"/>
                  </a:lnTo>
                  <a:lnTo>
                    <a:pt x="9525" y="103188"/>
                  </a:lnTo>
                  <a:lnTo>
                    <a:pt x="103187" y="103188"/>
                  </a:lnTo>
                  <a:close/>
                </a:path>
              </a:pathLst>
            </a:custGeom>
            <a:grpFill/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73101" y="1669117"/>
            <a:ext cx="415557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Match Outcome Prediction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73099" y="2007670"/>
            <a:ext cx="4155573" cy="10421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Logistic Regression and Random Forest models are used to predict match outcomes.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67703" y="1117600"/>
            <a:ext cx="733425" cy="5019675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cxnSp>
        <p:nvCxnSpPr>
          <p:cNvPr id="12" name="Connector 12"/>
          <p:cNvCxnSpPr/>
          <p:nvPr/>
        </p:nvCxnSpPr>
        <p:spPr>
          <a:xfrm>
            <a:off x="6066112" y="2695033"/>
            <a:ext cx="5044540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3" name="Connector 13"/>
          <p:cNvCxnSpPr/>
          <p:nvPr/>
        </p:nvCxnSpPr>
        <p:spPr>
          <a:xfrm>
            <a:off x="6125761" y="4469265"/>
            <a:ext cx="5044540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14" name="TextBox 14"/>
          <p:cNvSpPr txBox="1"/>
          <p:nvPr/>
        </p:nvSpPr>
        <p:spPr>
          <a:xfrm>
            <a:off x="6801125" y="1418541"/>
            <a:ext cx="4717774" cy="700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Neural Networks are employed for accurate score prediction.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01125" y="1128730"/>
            <a:ext cx="4717774" cy="338554"/>
          </a:xfrm>
          <a:prstGeom prst="rect">
            <a:avLst/>
          </a:prstGeom>
        </p:spPr>
        <p:txBody>
          <a:bodyPr vert="horz" wrap="square" lIns="91440" tIns="45720" rIns="91440" bIns="45720" anchor="b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Score Prediction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60121" y="1409443"/>
            <a:ext cx="348586" cy="365242"/>
          </a:xfrm>
          <a:custGeom>
            <a:avLst/>
            <a:gdLst/>
            <a:ahLst/>
            <a:cxnLst/>
            <a:rect l="l" t="t" r="r" b="b"/>
            <a:pathLst>
              <a:path w="578992" h="606657">
                <a:moveTo>
                  <a:pt x="345269" y="346719"/>
                </a:moveTo>
                <a:lnTo>
                  <a:pt x="527264" y="395415"/>
                </a:lnTo>
                <a:cubicBezTo>
                  <a:pt x="543372" y="399769"/>
                  <a:pt x="548801" y="419940"/>
                  <a:pt x="536965" y="431758"/>
                </a:cubicBezTo>
                <a:lnTo>
                  <a:pt x="512135" y="456550"/>
                </a:lnTo>
                <a:lnTo>
                  <a:pt x="572652" y="516975"/>
                </a:lnTo>
                <a:cubicBezTo>
                  <a:pt x="581106" y="525506"/>
                  <a:pt x="581106" y="539190"/>
                  <a:pt x="572652" y="547632"/>
                </a:cubicBezTo>
                <a:lnTo>
                  <a:pt x="519877" y="600326"/>
                </a:lnTo>
                <a:cubicBezTo>
                  <a:pt x="511334" y="608768"/>
                  <a:pt x="497629" y="608768"/>
                  <a:pt x="489174" y="600326"/>
                </a:cubicBezTo>
                <a:lnTo>
                  <a:pt x="428657" y="539901"/>
                </a:lnTo>
                <a:lnTo>
                  <a:pt x="403739" y="564782"/>
                </a:lnTo>
                <a:cubicBezTo>
                  <a:pt x="393148" y="575357"/>
                  <a:pt x="372501" y="574024"/>
                  <a:pt x="366628" y="552075"/>
                </a:cubicBezTo>
                <a:cubicBezTo>
                  <a:pt x="366005" y="549854"/>
                  <a:pt x="319015" y="374799"/>
                  <a:pt x="318659" y="373288"/>
                </a:cubicBezTo>
                <a:cubicBezTo>
                  <a:pt x="314298" y="357205"/>
                  <a:pt x="329071" y="342454"/>
                  <a:pt x="345269" y="346719"/>
                </a:cubicBezTo>
                <a:close/>
                <a:moveTo>
                  <a:pt x="233275" y="312148"/>
                </a:moveTo>
                <a:cubicBezTo>
                  <a:pt x="245470" y="311970"/>
                  <a:pt x="255440" y="321922"/>
                  <a:pt x="255262" y="334095"/>
                </a:cubicBezTo>
                <a:cubicBezTo>
                  <a:pt x="255084" y="345646"/>
                  <a:pt x="263986" y="357464"/>
                  <a:pt x="281255" y="357464"/>
                </a:cubicBezTo>
                <a:cubicBezTo>
                  <a:pt x="286329" y="357464"/>
                  <a:pt x="289267" y="361195"/>
                  <a:pt x="289000" y="365016"/>
                </a:cubicBezTo>
                <a:cubicBezTo>
                  <a:pt x="288465" y="375412"/>
                  <a:pt x="290068" y="378611"/>
                  <a:pt x="300127" y="416019"/>
                </a:cubicBezTo>
                <a:cubicBezTo>
                  <a:pt x="300750" y="418240"/>
                  <a:pt x="300305" y="420639"/>
                  <a:pt x="298791" y="422416"/>
                </a:cubicBezTo>
                <a:cubicBezTo>
                  <a:pt x="285706" y="437788"/>
                  <a:pt x="260514" y="428458"/>
                  <a:pt x="260514" y="407844"/>
                </a:cubicBezTo>
                <a:lnTo>
                  <a:pt x="260514" y="398159"/>
                </a:lnTo>
                <a:cubicBezTo>
                  <a:pt x="232919" y="390340"/>
                  <a:pt x="212534" y="365283"/>
                  <a:pt x="211822" y="335339"/>
                </a:cubicBezTo>
                <a:cubicBezTo>
                  <a:pt x="211555" y="323077"/>
                  <a:pt x="220902" y="312237"/>
                  <a:pt x="233275" y="312148"/>
                </a:cubicBezTo>
                <a:close/>
                <a:moveTo>
                  <a:pt x="283295" y="133638"/>
                </a:moveTo>
                <a:cubicBezTo>
                  <a:pt x="294955" y="134171"/>
                  <a:pt x="303944" y="144215"/>
                  <a:pt x="303944" y="155858"/>
                </a:cubicBezTo>
                <a:lnTo>
                  <a:pt x="303944" y="165457"/>
                </a:lnTo>
                <a:cubicBezTo>
                  <a:pt x="331536" y="173367"/>
                  <a:pt x="351918" y="198430"/>
                  <a:pt x="352630" y="228294"/>
                </a:cubicBezTo>
                <a:cubicBezTo>
                  <a:pt x="352897" y="240648"/>
                  <a:pt x="343552" y="251402"/>
                  <a:pt x="331180" y="251580"/>
                </a:cubicBezTo>
                <a:cubicBezTo>
                  <a:pt x="318987" y="251757"/>
                  <a:pt x="309018" y="241803"/>
                  <a:pt x="309196" y="229538"/>
                </a:cubicBezTo>
                <a:cubicBezTo>
                  <a:pt x="309374" y="218073"/>
                  <a:pt x="300473" y="206252"/>
                  <a:pt x="283206" y="206252"/>
                </a:cubicBezTo>
                <a:cubicBezTo>
                  <a:pt x="265583" y="206252"/>
                  <a:pt x="251076" y="222783"/>
                  <a:pt x="256327" y="240648"/>
                </a:cubicBezTo>
                <a:cubicBezTo>
                  <a:pt x="259709" y="252202"/>
                  <a:pt x="270568" y="260112"/>
                  <a:pt x="282583" y="260112"/>
                </a:cubicBezTo>
                <a:cubicBezTo>
                  <a:pt x="312845" y="260290"/>
                  <a:pt x="339013" y="280021"/>
                  <a:pt x="348625" y="307306"/>
                </a:cubicBezTo>
                <a:cubicBezTo>
                  <a:pt x="350405" y="312106"/>
                  <a:pt x="346756" y="317350"/>
                  <a:pt x="341594" y="317083"/>
                </a:cubicBezTo>
                <a:cubicBezTo>
                  <a:pt x="332960" y="316728"/>
                  <a:pt x="324327" y="318594"/>
                  <a:pt x="316494" y="322594"/>
                </a:cubicBezTo>
                <a:cubicBezTo>
                  <a:pt x="312934" y="324460"/>
                  <a:pt x="308484" y="322949"/>
                  <a:pt x="306792" y="319305"/>
                </a:cubicBezTo>
                <a:cubicBezTo>
                  <a:pt x="302520" y="310062"/>
                  <a:pt x="293086" y="303485"/>
                  <a:pt x="282227" y="303485"/>
                </a:cubicBezTo>
                <a:cubicBezTo>
                  <a:pt x="244133" y="303485"/>
                  <a:pt x="212537" y="272555"/>
                  <a:pt x="211825" y="234604"/>
                </a:cubicBezTo>
                <a:cubicBezTo>
                  <a:pt x="211202" y="203141"/>
                  <a:pt x="231673" y="176300"/>
                  <a:pt x="260510" y="166612"/>
                </a:cubicBezTo>
                <a:lnTo>
                  <a:pt x="260510" y="155236"/>
                </a:lnTo>
                <a:cubicBezTo>
                  <a:pt x="260510" y="142970"/>
                  <a:pt x="270835" y="133016"/>
                  <a:pt x="283295" y="133638"/>
                </a:cubicBezTo>
                <a:close/>
                <a:moveTo>
                  <a:pt x="282248" y="0"/>
                </a:moveTo>
                <a:cubicBezTo>
                  <a:pt x="471126" y="0"/>
                  <a:pt x="608556" y="183353"/>
                  <a:pt x="551768" y="365640"/>
                </a:cubicBezTo>
                <a:cubicBezTo>
                  <a:pt x="550522" y="369729"/>
                  <a:pt x="545894" y="371773"/>
                  <a:pt x="541888" y="369995"/>
                </a:cubicBezTo>
                <a:cubicBezTo>
                  <a:pt x="539574" y="369018"/>
                  <a:pt x="537260" y="368218"/>
                  <a:pt x="534768" y="367507"/>
                </a:cubicBezTo>
                <a:lnTo>
                  <a:pt x="487148" y="354797"/>
                </a:lnTo>
                <a:cubicBezTo>
                  <a:pt x="483142" y="353731"/>
                  <a:pt x="480917" y="349554"/>
                  <a:pt x="482163" y="345554"/>
                </a:cubicBezTo>
                <a:cubicBezTo>
                  <a:pt x="525600" y="210372"/>
                  <a:pt x="423773" y="72257"/>
                  <a:pt x="282248" y="72257"/>
                </a:cubicBezTo>
                <a:cubicBezTo>
                  <a:pt x="166536" y="72257"/>
                  <a:pt x="72364" y="166289"/>
                  <a:pt x="72364" y="281829"/>
                </a:cubicBezTo>
                <a:cubicBezTo>
                  <a:pt x="72364" y="410257"/>
                  <a:pt x="187453" y="507933"/>
                  <a:pt x="313134" y="489180"/>
                </a:cubicBezTo>
                <a:cubicBezTo>
                  <a:pt x="316784" y="488646"/>
                  <a:pt x="320255" y="490957"/>
                  <a:pt x="321145" y="494423"/>
                </a:cubicBezTo>
                <a:lnTo>
                  <a:pt x="336277" y="550771"/>
                </a:lnTo>
                <a:cubicBezTo>
                  <a:pt x="337345" y="554860"/>
                  <a:pt x="334764" y="559037"/>
                  <a:pt x="330580" y="559748"/>
                </a:cubicBezTo>
                <a:cubicBezTo>
                  <a:pt x="163332" y="589433"/>
                  <a:pt x="0" y="461006"/>
                  <a:pt x="0" y="281829"/>
                </a:cubicBezTo>
                <a:cubicBezTo>
                  <a:pt x="0" y="126472"/>
                  <a:pt x="126571" y="0"/>
                  <a:pt x="282248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6300322" y="3392593"/>
            <a:ext cx="268185" cy="365242"/>
          </a:xfrm>
          <a:custGeom>
            <a:avLst/>
            <a:gdLst/>
            <a:ahLst/>
            <a:cxnLst/>
            <a:rect l="l" t="t" r="r" b="b"/>
            <a:pathLst>
              <a:path w="444350" h="605161">
                <a:moveTo>
                  <a:pt x="219401" y="389328"/>
                </a:moveTo>
                <a:cubicBezTo>
                  <a:pt x="217823" y="389328"/>
                  <a:pt x="216430" y="390718"/>
                  <a:pt x="216430" y="392295"/>
                </a:cubicBezTo>
                <a:lnTo>
                  <a:pt x="216430" y="405460"/>
                </a:lnTo>
                <a:cubicBezTo>
                  <a:pt x="208168" y="406665"/>
                  <a:pt x="201298" y="409724"/>
                  <a:pt x="196100" y="414731"/>
                </a:cubicBezTo>
                <a:cubicBezTo>
                  <a:pt x="190437" y="420108"/>
                  <a:pt x="187559" y="427154"/>
                  <a:pt x="187559" y="435591"/>
                </a:cubicBezTo>
                <a:cubicBezTo>
                  <a:pt x="187559" y="444955"/>
                  <a:pt x="190158" y="452001"/>
                  <a:pt x="195635" y="456822"/>
                </a:cubicBezTo>
                <a:cubicBezTo>
                  <a:pt x="201113" y="461643"/>
                  <a:pt x="209653" y="466464"/>
                  <a:pt x="221536" y="471192"/>
                </a:cubicBezTo>
                <a:cubicBezTo>
                  <a:pt x="226363" y="473325"/>
                  <a:pt x="229798" y="475364"/>
                  <a:pt x="231655" y="477589"/>
                </a:cubicBezTo>
                <a:cubicBezTo>
                  <a:pt x="233512" y="479722"/>
                  <a:pt x="234533" y="482781"/>
                  <a:pt x="234533" y="486768"/>
                </a:cubicBezTo>
                <a:cubicBezTo>
                  <a:pt x="234533" y="490198"/>
                  <a:pt x="233604" y="492980"/>
                  <a:pt x="231748" y="495019"/>
                </a:cubicBezTo>
                <a:cubicBezTo>
                  <a:pt x="229891" y="497152"/>
                  <a:pt x="227199" y="498264"/>
                  <a:pt x="223578" y="498264"/>
                </a:cubicBezTo>
                <a:cubicBezTo>
                  <a:pt x="219308" y="498264"/>
                  <a:pt x="215780" y="496874"/>
                  <a:pt x="213088" y="494185"/>
                </a:cubicBezTo>
                <a:cubicBezTo>
                  <a:pt x="210860" y="491960"/>
                  <a:pt x="209468" y="488529"/>
                  <a:pt x="209096" y="483894"/>
                </a:cubicBezTo>
                <a:cubicBezTo>
                  <a:pt x="209004" y="482225"/>
                  <a:pt x="207425" y="480834"/>
                  <a:pt x="205569" y="480834"/>
                </a:cubicBezTo>
                <a:lnTo>
                  <a:pt x="187559" y="481205"/>
                </a:lnTo>
                <a:cubicBezTo>
                  <a:pt x="185609" y="481205"/>
                  <a:pt x="184031" y="482781"/>
                  <a:pt x="184124" y="484821"/>
                </a:cubicBezTo>
                <a:cubicBezTo>
                  <a:pt x="184588" y="494278"/>
                  <a:pt x="187745" y="501695"/>
                  <a:pt x="193407" y="506886"/>
                </a:cubicBezTo>
                <a:cubicBezTo>
                  <a:pt x="199627" y="512635"/>
                  <a:pt x="207240" y="515972"/>
                  <a:pt x="216709" y="516714"/>
                </a:cubicBezTo>
                <a:lnTo>
                  <a:pt x="216709" y="528952"/>
                </a:lnTo>
                <a:cubicBezTo>
                  <a:pt x="216709" y="530528"/>
                  <a:pt x="218008" y="531919"/>
                  <a:pt x="219679" y="531919"/>
                </a:cubicBezTo>
                <a:lnTo>
                  <a:pt x="230262" y="531919"/>
                </a:lnTo>
                <a:cubicBezTo>
                  <a:pt x="231933" y="531919"/>
                  <a:pt x="233233" y="530528"/>
                  <a:pt x="233233" y="528952"/>
                </a:cubicBezTo>
                <a:lnTo>
                  <a:pt x="233233" y="516343"/>
                </a:lnTo>
                <a:cubicBezTo>
                  <a:pt x="240567" y="514952"/>
                  <a:pt x="246601" y="512078"/>
                  <a:pt x="251336" y="507535"/>
                </a:cubicBezTo>
                <a:cubicBezTo>
                  <a:pt x="256906" y="502251"/>
                  <a:pt x="259598" y="495205"/>
                  <a:pt x="259598" y="486490"/>
                </a:cubicBezTo>
                <a:cubicBezTo>
                  <a:pt x="259598" y="477404"/>
                  <a:pt x="256906" y="470358"/>
                  <a:pt x="251429" y="465352"/>
                </a:cubicBezTo>
                <a:cubicBezTo>
                  <a:pt x="246044" y="460438"/>
                  <a:pt x="237503" y="455524"/>
                  <a:pt x="225806" y="450518"/>
                </a:cubicBezTo>
                <a:cubicBezTo>
                  <a:pt x="220793" y="448293"/>
                  <a:pt x="217451" y="446067"/>
                  <a:pt x="215595" y="444028"/>
                </a:cubicBezTo>
                <a:cubicBezTo>
                  <a:pt x="213738" y="441895"/>
                  <a:pt x="212810" y="439021"/>
                  <a:pt x="212810" y="435591"/>
                </a:cubicBezTo>
                <a:cubicBezTo>
                  <a:pt x="212810" y="432161"/>
                  <a:pt x="213738" y="429379"/>
                  <a:pt x="215409" y="427154"/>
                </a:cubicBezTo>
                <a:cubicBezTo>
                  <a:pt x="217173" y="424929"/>
                  <a:pt x="219772" y="423817"/>
                  <a:pt x="223393" y="423817"/>
                </a:cubicBezTo>
                <a:cubicBezTo>
                  <a:pt x="226828" y="423817"/>
                  <a:pt x="229705" y="425207"/>
                  <a:pt x="231748" y="427896"/>
                </a:cubicBezTo>
                <a:cubicBezTo>
                  <a:pt x="233419" y="430121"/>
                  <a:pt x="234347" y="433088"/>
                  <a:pt x="234718" y="437074"/>
                </a:cubicBezTo>
                <a:cubicBezTo>
                  <a:pt x="234904" y="438929"/>
                  <a:pt x="236575" y="440134"/>
                  <a:pt x="238339" y="440134"/>
                </a:cubicBezTo>
                <a:lnTo>
                  <a:pt x="256442" y="439948"/>
                </a:lnTo>
                <a:cubicBezTo>
                  <a:pt x="258391" y="439948"/>
                  <a:pt x="259969" y="438280"/>
                  <a:pt x="259876" y="436333"/>
                </a:cubicBezTo>
                <a:cubicBezTo>
                  <a:pt x="259412" y="428452"/>
                  <a:pt x="256906" y="421870"/>
                  <a:pt x="252357" y="416585"/>
                </a:cubicBezTo>
                <a:cubicBezTo>
                  <a:pt x="247530" y="411022"/>
                  <a:pt x="241217" y="407499"/>
                  <a:pt x="233419" y="405923"/>
                </a:cubicBezTo>
                <a:lnTo>
                  <a:pt x="233419" y="392295"/>
                </a:lnTo>
                <a:cubicBezTo>
                  <a:pt x="233419" y="390718"/>
                  <a:pt x="232119" y="389328"/>
                  <a:pt x="230448" y="389328"/>
                </a:cubicBezTo>
                <a:close/>
                <a:moveTo>
                  <a:pt x="209746" y="316549"/>
                </a:moveTo>
                <a:lnTo>
                  <a:pt x="234533" y="316549"/>
                </a:lnTo>
                <a:lnTo>
                  <a:pt x="234533" y="345197"/>
                </a:lnTo>
                <a:cubicBezTo>
                  <a:pt x="288841" y="350945"/>
                  <a:pt x="332287" y="394149"/>
                  <a:pt x="337950" y="448571"/>
                </a:cubicBezTo>
                <a:lnTo>
                  <a:pt x="366728" y="448571"/>
                </a:lnTo>
                <a:lnTo>
                  <a:pt x="366728" y="473139"/>
                </a:lnTo>
                <a:lnTo>
                  <a:pt x="337950" y="473139"/>
                </a:lnTo>
                <a:cubicBezTo>
                  <a:pt x="332287" y="527468"/>
                  <a:pt x="288933" y="570858"/>
                  <a:pt x="234533" y="576513"/>
                </a:cubicBezTo>
                <a:lnTo>
                  <a:pt x="234533" y="605161"/>
                </a:lnTo>
                <a:lnTo>
                  <a:pt x="209746" y="605161"/>
                </a:lnTo>
                <a:lnTo>
                  <a:pt x="209746" y="576513"/>
                </a:lnTo>
                <a:cubicBezTo>
                  <a:pt x="155438" y="570858"/>
                  <a:pt x="111992" y="527561"/>
                  <a:pt x="106237" y="473139"/>
                </a:cubicBezTo>
                <a:lnTo>
                  <a:pt x="77551" y="473139"/>
                </a:lnTo>
                <a:lnTo>
                  <a:pt x="77551" y="448571"/>
                </a:lnTo>
                <a:lnTo>
                  <a:pt x="106237" y="448571"/>
                </a:lnTo>
                <a:cubicBezTo>
                  <a:pt x="111992" y="394334"/>
                  <a:pt x="155253" y="350945"/>
                  <a:pt x="209746" y="345197"/>
                </a:cubicBezTo>
                <a:close/>
                <a:moveTo>
                  <a:pt x="215397" y="387"/>
                </a:moveTo>
                <a:cubicBezTo>
                  <a:pt x="238051" y="-1560"/>
                  <a:pt x="255320" y="4094"/>
                  <a:pt x="267668" y="11417"/>
                </a:cubicBezTo>
                <a:cubicBezTo>
                  <a:pt x="285959" y="21520"/>
                  <a:pt x="293015" y="35053"/>
                  <a:pt x="293015" y="35053"/>
                </a:cubicBezTo>
                <a:cubicBezTo>
                  <a:pt x="293015" y="35053"/>
                  <a:pt x="335259" y="38020"/>
                  <a:pt x="321054" y="123667"/>
                </a:cubicBezTo>
                <a:cubicBezTo>
                  <a:pt x="320497" y="126263"/>
                  <a:pt x="319939" y="128951"/>
                  <a:pt x="319197" y="131546"/>
                </a:cubicBezTo>
                <a:cubicBezTo>
                  <a:pt x="327181" y="131546"/>
                  <a:pt x="335351" y="137756"/>
                  <a:pt x="326624" y="168716"/>
                </a:cubicBezTo>
                <a:cubicBezTo>
                  <a:pt x="319661" y="192816"/>
                  <a:pt x="313348" y="199675"/>
                  <a:pt x="308520" y="200046"/>
                </a:cubicBezTo>
                <a:cubicBezTo>
                  <a:pt x="306756" y="210891"/>
                  <a:pt x="302578" y="223033"/>
                  <a:pt x="295893" y="234527"/>
                </a:cubicBezTo>
                <a:lnTo>
                  <a:pt x="295893" y="277536"/>
                </a:lnTo>
                <a:cubicBezTo>
                  <a:pt x="295893" y="279019"/>
                  <a:pt x="296729" y="280317"/>
                  <a:pt x="298121" y="281059"/>
                </a:cubicBezTo>
                <a:cubicBezTo>
                  <a:pt x="310469" y="287176"/>
                  <a:pt x="371653" y="318043"/>
                  <a:pt x="428381" y="364482"/>
                </a:cubicBezTo>
                <a:cubicBezTo>
                  <a:pt x="438501" y="372824"/>
                  <a:pt x="444350" y="385430"/>
                  <a:pt x="444350" y="398500"/>
                </a:cubicBezTo>
                <a:lnTo>
                  <a:pt x="444350" y="461067"/>
                </a:lnTo>
                <a:lnTo>
                  <a:pt x="388365" y="461067"/>
                </a:lnTo>
                <a:lnTo>
                  <a:pt x="388365" y="448554"/>
                </a:lnTo>
                <a:cubicBezTo>
                  <a:pt x="388365" y="436596"/>
                  <a:pt x="378709" y="426956"/>
                  <a:pt x="366733" y="426956"/>
                </a:cubicBezTo>
                <a:lnTo>
                  <a:pt x="356056" y="426956"/>
                </a:lnTo>
                <a:cubicBezTo>
                  <a:pt x="343522" y="378200"/>
                  <a:pt x="304899" y="339640"/>
                  <a:pt x="256156" y="327219"/>
                </a:cubicBezTo>
                <a:lnTo>
                  <a:pt x="256156" y="316560"/>
                </a:lnTo>
                <a:cubicBezTo>
                  <a:pt x="256156" y="304602"/>
                  <a:pt x="246500" y="294962"/>
                  <a:pt x="234523" y="294962"/>
                </a:cubicBezTo>
                <a:lnTo>
                  <a:pt x="209734" y="294962"/>
                </a:lnTo>
                <a:cubicBezTo>
                  <a:pt x="197757" y="294962"/>
                  <a:pt x="188101" y="304602"/>
                  <a:pt x="188101" y="316560"/>
                </a:cubicBezTo>
                <a:lnTo>
                  <a:pt x="188101" y="327219"/>
                </a:lnTo>
                <a:cubicBezTo>
                  <a:pt x="139266" y="339547"/>
                  <a:pt x="100643" y="378200"/>
                  <a:pt x="88202" y="426956"/>
                </a:cubicBezTo>
                <a:lnTo>
                  <a:pt x="77525" y="426956"/>
                </a:lnTo>
                <a:cubicBezTo>
                  <a:pt x="65548" y="426956"/>
                  <a:pt x="55892" y="436596"/>
                  <a:pt x="55892" y="448554"/>
                </a:cubicBezTo>
                <a:lnTo>
                  <a:pt x="55985" y="448554"/>
                </a:lnTo>
                <a:lnTo>
                  <a:pt x="55985" y="461067"/>
                </a:lnTo>
                <a:lnTo>
                  <a:pt x="0" y="461067"/>
                </a:lnTo>
                <a:lnTo>
                  <a:pt x="0" y="398500"/>
                </a:lnTo>
                <a:cubicBezTo>
                  <a:pt x="0" y="385430"/>
                  <a:pt x="5849" y="372824"/>
                  <a:pt x="15969" y="364482"/>
                </a:cubicBezTo>
                <a:cubicBezTo>
                  <a:pt x="72697" y="318043"/>
                  <a:pt x="133881" y="287176"/>
                  <a:pt x="146229" y="281059"/>
                </a:cubicBezTo>
                <a:cubicBezTo>
                  <a:pt x="147621" y="280502"/>
                  <a:pt x="148457" y="279112"/>
                  <a:pt x="148457" y="277536"/>
                </a:cubicBezTo>
                <a:lnTo>
                  <a:pt x="148457" y="234527"/>
                </a:lnTo>
                <a:cubicBezTo>
                  <a:pt x="141772" y="223033"/>
                  <a:pt x="137594" y="210983"/>
                  <a:pt x="135830" y="200046"/>
                </a:cubicBezTo>
                <a:cubicBezTo>
                  <a:pt x="131002" y="199675"/>
                  <a:pt x="124596" y="192816"/>
                  <a:pt x="117726" y="168716"/>
                </a:cubicBezTo>
                <a:cubicBezTo>
                  <a:pt x="109091" y="138220"/>
                  <a:pt x="116890" y="131824"/>
                  <a:pt x="124782" y="131546"/>
                </a:cubicBezTo>
                <a:cubicBezTo>
                  <a:pt x="124039" y="128951"/>
                  <a:pt x="123482" y="126263"/>
                  <a:pt x="122925" y="123667"/>
                </a:cubicBezTo>
                <a:cubicBezTo>
                  <a:pt x="119861" y="108188"/>
                  <a:pt x="119118" y="93820"/>
                  <a:pt x="122739" y="80102"/>
                </a:cubicBezTo>
                <a:cubicBezTo>
                  <a:pt x="127010" y="61749"/>
                  <a:pt x="137037" y="46918"/>
                  <a:pt x="148179" y="35517"/>
                </a:cubicBezTo>
                <a:cubicBezTo>
                  <a:pt x="155235" y="28102"/>
                  <a:pt x="163219" y="21428"/>
                  <a:pt x="171761" y="16144"/>
                </a:cubicBezTo>
                <a:cubicBezTo>
                  <a:pt x="178631" y="11324"/>
                  <a:pt x="186337" y="7246"/>
                  <a:pt x="194600" y="4372"/>
                </a:cubicBezTo>
                <a:cubicBezTo>
                  <a:pt x="201192" y="2148"/>
                  <a:pt x="208156" y="757"/>
                  <a:pt x="215397" y="38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6260121" y="5183154"/>
            <a:ext cx="365242" cy="214156"/>
          </a:xfrm>
          <a:custGeom>
            <a:avLst/>
            <a:gdLst/>
            <a:ahLst/>
            <a:cxnLst/>
            <a:rect l="l" t="t" r="r" b="b"/>
            <a:pathLst>
              <a:path w="6827" h="4009">
                <a:moveTo>
                  <a:pt x="6028" y="0"/>
                </a:moveTo>
                <a:cubicBezTo>
                  <a:pt x="5587" y="0"/>
                  <a:pt x="5229" y="358"/>
                  <a:pt x="5229" y="799"/>
                </a:cubicBezTo>
                <a:cubicBezTo>
                  <a:pt x="5229" y="985"/>
                  <a:pt x="5293" y="1157"/>
                  <a:pt x="5401" y="1293"/>
                </a:cubicBezTo>
                <a:lnTo>
                  <a:pt x="4559" y="2460"/>
                </a:lnTo>
                <a:cubicBezTo>
                  <a:pt x="4387" y="2396"/>
                  <a:pt x="4191" y="2393"/>
                  <a:pt x="4010" y="2460"/>
                </a:cubicBezTo>
                <a:lnTo>
                  <a:pt x="3169" y="1293"/>
                </a:lnTo>
                <a:cubicBezTo>
                  <a:pt x="3276" y="1157"/>
                  <a:pt x="3341" y="985"/>
                  <a:pt x="3341" y="799"/>
                </a:cubicBezTo>
                <a:cubicBezTo>
                  <a:pt x="3341" y="358"/>
                  <a:pt x="2982" y="0"/>
                  <a:pt x="2542" y="0"/>
                </a:cubicBezTo>
                <a:cubicBezTo>
                  <a:pt x="2101" y="0"/>
                  <a:pt x="1743" y="358"/>
                  <a:pt x="1743" y="799"/>
                </a:cubicBezTo>
                <a:cubicBezTo>
                  <a:pt x="1743" y="985"/>
                  <a:pt x="1807" y="1157"/>
                  <a:pt x="1915" y="1293"/>
                </a:cubicBezTo>
                <a:lnTo>
                  <a:pt x="1073" y="2460"/>
                </a:lnTo>
                <a:cubicBezTo>
                  <a:pt x="554" y="2269"/>
                  <a:pt x="0" y="2656"/>
                  <a:pt x="0" y="3210"/>
                </a:cubicBezTo>
                <a:cubicBezTo>
                  <a:pt x="0" y="3650"/>
                  <a:pt x="358" y="4009"/>
                  <a:pt x="799" y="4009"/>
                </a:cubicBezTo>
                <a:cubicBezTo>
                  <a:pt x="1239" y="4009"/>
                  <a:pt x="1598" y="3650"/>
                  <a:pt x="1598" y="3210"/>
                </a:cubicBezTo>
                <a:cubicBezTo>
                  <a:pt x="1598" y="3023"/>
                  <a:pt x="1533" y="2852"/>
                  <a:pt x="1426" y="2716"/>
                </a:cubicBezTo>
                <a:lnTo>
                  <a:pt x="2267" y="1549"/>
                </a:lnTo>
                <a:cubicBezTo>
                  <a:pt x="2439" y="1612"/>
                  <a:pt x="2635" y="1615"/>
                  <a:pt x="2816" y="1549"/>
                </a:cubicBezTo>
                <a:lnTo>
                  <a:pt x="3658" y="2716"/>
                </a:lnTo>
                <a:cubicBezTo>
                  <a:pt x="3550" y="2852"/>
                  <a:pt x="3486" y="3023"/>
                  <a:pt x="3486" y="3210"/>
                </a:cubicBezTo>
                <a:cubicBezTo>
                  <a:pt x="3486" y="3650"/>
                  <a:pt x="3844" y="4009"/>
                  <a:pt x="4285" y="4009"/>
                </a:cubicBezTo>
                <a:cubicBezTo>
                  <a:pt x="4725" y="4009"/>
                  <a:pt x="5084" y="3650"/>
                  <a:pt x="5084" y="3210"/>
                </a:cubicBezTo>
                <a:cubicBezTo>
                  <a:pt x="5084" y="3023"/>
                  <a:pt x="5019" y="2852"/>
                  <a:pt x="4912" y="2716"/>
                </a:cubicBezTo>
                <a:lnTo>
                  <a:pt x="5753" y="1549"/>
                </a:lnTo>
                <a:cubicBezTo>
                  <a:pt x="6273" y="1740"/>
                  <a:pt x="6827" y="1353"/>
                  <a:pt x="6827" y="799"/>
                </a:cubicBezTo>
                <a:cubicBezTo>
                  <a:pt x="6827" y="358"/>
                  <a:pt x="6468" y="0"/>
                  <a:pt x="6028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6832905" y="3001423"/>
            <a:ext cx="4717774" cy="700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Time-series analysis (ARIMA) is used for forecasting player performance.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07159" y="2702170"/>
            <a:ext cx="4717774" cy="338554"/>
          </a:xfrm>
          <a:prstGeom prst="rect">
            <a:avLst/>
          </a:prstGeom>
        </p:spPr>
        <p:txBody>
          <a:bodyPr vert="horz" wrap="square" lIns="91440" tIns="45720" rIns="91440" bIns="45720" anchor="b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Player Performance Forecasting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01125" y="4763426"/>
            <a:ext cx="4749553" cy="700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Classification models assess injury risk, while regression models predict ranking evolution.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775379" y="4472121"/>
            <a:ext cx="4749553" cy="338554"/>
          </a:xfrm>
          <a:prstGeom prst="rect">
            <a:avLst/>
          </a:prstGeom>
        </p:spPr>
        <p:txBody>
          <a:bodyPr vert="horz" wrap="square" lIns="91440" tIns="45720" rIns="91440" bIns="45720" anchor="b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Injury Risk and Ranking Evolution</a:t>
            </a:r>
          </a:p>
        </p:txBody>
      </p:sp>
      <p:sp>
        <p:nvSpPr>
          <p:cNvPr id="23" name="AutoShape 23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Machine Learning Models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Dashboard Showcase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 dirty="0">
                <a:solidFill>
                  <a:schemeClr val="accent4"/>
                </a:solidFill>
                <a:latin typeface="Arial"/>
                <a:ea typeface="Arial"/>
              </a:rPr>
              <a:t>12</a:t>
            </a:r>
            <a:endParaRPr lang="en-US" sz="1100" dirty="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55428" y="2426141"/>
            <a:ext cx="5439692" cy="2719846"/>
          </a:xfrm>
          <a:custGeom>
            <a:avLst/>
            <a:gdLst/>
            <a:ahLst/>
            <a:cxnLst/>
            <a:rect l="l" t="t" r="r" b="b"/>
            <a:pathLst>
              <a:path w="6237448" h="3118724">
                <a:moveTo>
                  <a:pt x="0" y="3118724"/>
                </a:moveTo>
                <a:cubicBezTo>
                  <a:pt x="0" y="1396300"/>
                  <a:pt x="1396300" y="0"/>
                  <a:pt x="3118724" y="0"/>
                </a:cubicBezTo>
                <a:cubicBezTo>
                  <a:pt x="4841148" y="0"/>
                  <a:pt x="6237448" y="1396300"/>
                  <a:pt x="6237448" y="3118724"/>
                </a:cubicBezTo>
              </a:path>
            </a:pathLst>
          </a:custGeom>
          <a:solidFill>
            <a:srgbClr val="FFFFFF">
              <a:lumMod val="95000"/>
            </a:srgb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3823889" y="2722311"/>
            <a:ext cx="4606853" cy="2303427"/>
          </a:xfrm>
          <a:custGeom>
            <a:avLst/>
            <a:gdLst/>
            <a:ahLst/>
            <a:cxnLst/>
            <a:rect l="l" t="t" r="r" b="b"/>
            <a:pathLst>
              <a:path w="6237448" h="3118724">
                <a:moveTo>
                  <a:pt x="0" y="3118724"/>
                </a:moveTo>
                <a:cubicBezTo>
                  <a:pt x="0" y="1396300"/>
                  <a:pt x="1396300" y="0"/>
                  <a:pt x="3118724" y="0"/>
                </a:cubicBezTo>
                <a:cubicBezTo>
                  <a:pt x="4841148" y="0"/>
                  <a:pt x="6237448" y="1396300"/>
                  <a:pt x="6237448" y="3118724"/>
                </a:cubicBezTo>
              </a:path>
            </a:pathLst>
          </a:custGeom>
          <a:solidFill>
            <a:srgbClr val="FFFFFF">
              <a:alpha val="65000"/>
              <a:lumMod val="8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599210" y="4457217"/>
            <a:ext cx="1152128" cy="40339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4573093" y="3423555"/>
            <a:ext cx="3204363" cy="1602183"/>
          </a:xfrm>
          <a:custGeom>
            <a:avLst/>
            <a:gdLst/>
            <a:ahLst/>
            <a:cxnLst/>
            <a:rect l="l" t="t" r="r" b="b"/>
            <a:pathLst>
              <a:path w="6237448" h="3118724">
                <a:moveTo>
                  <a:pt x="0" y="3118724"/>
                </a:moveTo>
                <a:cubicBezTo>
                  <a:pt x="0" y="1396300"/>
                  <a:pt x="1396300" y="0"/>
                  <a:pt x="3118724" y="0"/>
                </a:cubicBezTo>
                <a:cubicBezTo>
                  <a:pt x="4841148" y="0"/>
                  <a:pt x="6237448" y="1396300"/>
                  <a:pt x="6237448" y="3118724"/>
                </a:cubicBezTo>
              </a:path>
            </a:pathLst>
          </a:custGeom>
          <a:solidFill>
            <a:srgbClr val="FFFFFF">
              <a:alpha val="65000"/>
              <a:lumMod val="7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264648" y="2525466"/>
            <a:ext cx="822599" cy="822598"/>
          </a:xfrm>
          <a:prstGeom prst="ellipse">
            <a:avLst/>
          </a:prstGeom>
          <a:solidFill>
            <a:schemeClr val="accent2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4469085" y="2692292"/>
            <a:ext cx="413724" cy="488946"/>
          </a:xfrm>
          <a:custGeom>
            <a:avLst/>
            <a:gdLst/>
            <a:ahLst/>
            <a:cxnLst/>
            <a:rect l="l" t="t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421158" y="3876825"/>
            <a:ext cx="822599" cy="82259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3625595" y="4043651"/>
            <a:ext cx="413724" cy="488946"/>
          </a:xfrm>
          <a:custGeom>
            <a:avLst/>
            <a:gdLst/>
            <a:ahLst/>
            <a:cxnLst/>
            <a:rect l="l" t="t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101742" y="2525466"/>
            <a:ext cx="822599" cy="82259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7306179" y="2692292"/>
            <a:ext cx="413724" cy="488946"/>
          </a:xfrm>
          <a:custGeom>
            <a:avLst/>
            <a:gdLst/>
            <a:ahLst/>
            <a:cxnLst/>
            <a:rect l="l" t="t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198017" y="3876825"/>
            <a:ext cx="822599" cy="822598"/>
          </a:xfrm>
          <a:prstGeom prst="ellipse">
            <a:avLst/>
          </a:prstGeom>
          <a:solidFill>
            <a:schemeClr val="accent2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402454" y="4043651"/>
            <a:ext cx="413724" cy="488946"/>
          </a:xfrm>
          <a:custGeom>
            <a:avLst/>
            <a:gdLst/>
            <a:ahLst/>
            <a:cxnLst/>
            <a:rect l="l" t="t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Interactive Visualizations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1858" y="1886025"/>
            <a:ext cx="3740555" cy="700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A real-time match scoreboard provides live updates during matches.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2936" y="1377426"/>
            <a:ext cx="3740555" cy="33855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Real-Time Match Scoreboard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0057" y="4457217"/>
            <a:ext cx="2948396" cy="10233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Comparative player analytics and tournament bracket tracking offer strategic insights.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0057" y="3888568"/>
            <a:ext cx="2948396" cy="33855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Comparative Analytics and Tracking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61306" y="1792024"/>
            <a:ext cx="3738836" cy="700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Heatmaps visualize player performance across different metrics and matches.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795772" y="1399539"/>
            <a:ext cx="3738836" cy="33855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Player Performance Heatmaps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53725" y="4457217"/>
            <a:ext cx="2948396" cy="10233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1400" b="0" i="0" u="none" baseline="0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Predictive match win probability and statistical trend analysis support data-driven decisions.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953725" y="3888568"/>
            <a:ext cx="2948396" cy="33855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Predictive and Statistical Analysis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Use Cases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13</a:t>
            </a:r>
            <a:endParaRPr lang="en-US" sz="1100"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9924" y="2755641"/>
            <a:ext cx="10850564" cy="631463"/>
          </a:xfrm>
          <a:prstGeom prst="rect">
            <a:avLst/>
          </a:prstGeom>
          <a:pattFill prst="dk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484217" y="2571453"/>
            <a:ext cx="943808" cy="943806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787413" y="2580074"/>
            <a:ext cx="943808" cy="943806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904970" y="2580074"/>
            <a:ext cx="943808" cy="943806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058540" y="2790803"/>
            <a:ext cx="366346" cy="498926"/>
          </a:xfrm>
          <a:custGeom>
            <a:avLst/>
            <a:gdLst/>
            <a:ahLst/>
            <a:cxnLst/>
            <a:rect l="l" t="t" r="r" b="b"/>
            <a:pathLst>
              <a:path w="444350" h="605161">
                <a:moveTo>
                  <a:pt x="219401" y="389328"/>
                </a:moveTo>
                <a:cubicBezTo>
                  <a:pt x="217823" y="389328"/>
                  <a:pt x="216430" y="390718"/>
                  <a:pt x="216430" y="392295"/>
                </a:cubicBezTo>
                <a:lnTo>
                  <a:pt x="216430" y="405460"/>
                </a:lnTo>
                <a:cubicBezTo>
                  <a:pt x="208168" y="406665"/>
                  <a:pt x="201298" y="409724"/>
                  <a:pt x="196100" y="414731"/>
                </a:cubicBezTo>
                <a:cubicBezTo>
                  <a:pt x="190437" y="420108"/>
                  <a:pt x="187559" y="427154"/>
                  <a:pt x="187559" y="435591"/>
                </a:cubicBezTo>
                <a:cubicBezTo>
                  <a:pt x="187559" y="444955"/>
                  <a:pt x="190158" y="452001"/>
                  <a:pt x="195635" y="456822"/>
                </a:cubicBezTo>
                <a:cubicBezTo>
                  <a:pt x="201113" y="461643"/>
                  <a:pt x="209653" y="466464"/>
                  <a:pt x="221536" y="471192"/>
                </a:cubicBezTo>
                <a:cubicBezTo>
                  <a:pt x="226363" y="473325"/>
                  <a:pt x="229798" y="475364"/>
                  <a:pt x="231655" y="477589"/>
                </a:cubicBezTo>
                <a:cubicBezTo>
                  <a:pt x="233512" y="479722"/>
                  <a:pt x="234533" y="482781"/>
                  <a:pt x="234533" y="486768"/>
                </a:cubicBezTo>
                <a:cubicBezTo>
                  <a:pt x="234533" y="490198"/>
                  <a:pt x="233604" y="492980"/>
                  <a:pt x="231748" y="495019"/>
                </a:cubicBezTo>
                <a:cubicBezTo>
                  <a:pt x="229891" y="497152"/>
                  <a:pt x="227199" y="498264"/>
                  <a:pt x="223578" y="498264"/>
                </a:cubicBezTo>
                <a:cubicBezTo>
                  <a:pt x="219308" y="498264"/>
                  <a:pt x="215780" y="496874"/>
                  <a:pt x="213088" y="494185"/>
                </a:cubicBezTo>
                <a:cubicBezTo>
                  <a:pt x="210860" y="491960"/>
                  <a:pt x="209468" y="488529"/>
                  <a:pt x="209096" y="483894"/>
                </a:cubicBezTo>
                <a:cubicBezTo>
                  <a:pt x="209004" y="482225"/>
                  <a:pt x="207425" y="480834"/>
                  <a:pt x="205569" y="480834"/>
                </a:cubicBezTo>
                <a:lnTo>
                  <a:pt x="187559" y="481205"/>
                </a:lnTo>
                <a:cubicBezTo>
                  <a:pt x="185609" y="481205"/>
                  <a:pt x="184031" y="482781"/>
                  <a:pt x="184124" y="484821"/>
                </a:cubicBezTo>
                <a:cubicBezTo>
                  <a:pt x="184588" y="494278"/>
                  <a:pt x="187745" y="501695"/>
                  <a:pt x="193407" y="506886"/>
                </a:cubicBezTo>
                <a:cubicBezTo>
                  <a:pt x="199627" y="512635"/>
                  <a:pt x="207240" y="515972"/>
                  <a:pt x="216709" y="516714"/>
                </a:cubicBezTo>
                <a:lnTo>
                  <a:pt x="216709" y="528952"/>
                </a:lnTo>
                <a:cubicBezTo>
                  <a:pt x="216709" y="530528"/>
                  <a:pt x="218008" y="531919"/>
                  <a:pt x="219679" y="531919"/>
                </a:cubicBezTo>
                <a:lnTo>
                  <a:pt x="230262" y="531919"/>
                </a:lnTo>
                <a:cubicBezTo>
                  <a:pt x="231933" y="531919"/>
                  <a:pt x="233233" y="530528"/>
                  <a:pt x="233233" y="528952"/>
                </a:cubicBezTo>
                <a:lnTo>
                  <a:pt x="233233" y="516343"/>
                </a:lnTo>
                <a:cubicBezTo>
                  <a:pt x="240567" y="514952"/>
                  <a:pt x="246601" y="512078"/>
                  <a:pt x="251336" y="507535"/>
                </a:cubicBezTo>
                <a:cubicBezTo>
                  <a:pt x="256906" y="502251"/>
                  <a:pt x="259598" y="495205"/>
                  <a:pt x="259598" y="486490"/>
                </a:cubicBezTo>
                <a:cubicBezTo>
                  <a:pt x="259598" y="477404"/>
                  <a:pt x="256906" y="470358"/>
                  <a:pt x="251429" y="465352"/>
                </a:cubicBezTo>
                <a:cubicBezTo>
                  <a:pt x="246044" y="460438"/>
                  <a:pt x="237503" y="455524"/>
                  <a:pt x="225806" y="450518"/>
                </a:cubicBezTo>
                <a:cubicBezTo>
                  <a:pt x="220793" y="448293"/>
                  <a:pt x="217451" y="446067"/>
                  <a:pt x="215595" y="444028"/>
                </a:cubicBezTo>
                <a:cubicBezTo>
                  <a:pt x="213738" y="441895"/>
                  <a:pt x="212810" y="439021"/>
                  <a:pt x="212810" y="435591"/>
                </a:cubicBezTo>
                <a:cubicBezTo>
                  <a:pt x="212810" y="432161"/>
                  <a:pt x="213738" y="429379"/>
                  <a:pt x="215409" y="427154"/>
                </a:cubicBezTo>
                <a:cubicBezTo>
                  <a:pt x="217173" y="424929"/>
                  <a:pt x="219772" y="423817"/>
                  <a:pt x="223393" y="423817"/>
                </a:cubicBezTo>
                <a:cubicBezTo>
                  <a:pt x="226828" y="423817"/>
                  <a:pt x="229705" y="425207"/>
                  <a:pt x="231748" y="427896"/>
                </a:cubicBezTo>
                <a:cubicBezTo>
                  <a:pt x="233419" y="430121"/>
                  <a:pt x="234347" y="433088"/>
                  <a:pt x="234718" y="437074"/>
                </a:cubicBezTo>
                <a:cubicBezTo>
                  <a:pt x="234904" y="438929"/>
                  <a:pt x="236575" y="440134"/>
                  <a:pt x="238339" y="440134"/>
                </a:cubicBezTo>
                <a:lnTo>
                  <a:pt x="256442" y="439948"/>
                </a:lnTo>
                <a:cubicBezTo>
                  <a:pt x="258391" y="439948"/>
                  <a:pt x="259969" y="438280"/>
                  <a:pt x="259876" y="436333"/>
                </a:cubicBezTo>
                <a:cubicBezTo>
                  <a:pt x="259412" y="428452"/>
                  <a:pt x="256906" y="421870"/>
                  <a:pt x="252357" y="416585"/>
                </a:cubicBezTo>
                <a:cubicBezTo>
                  <a:pt x="247530" y="411022"/>
                  <a:pt x="241217" y="407499"/>
                  <a:pt x="233419" y="405923"/>
                </a:cubicBezTo>
                <a:lnTo>
                  <a:pt x="233419" y="392295"/>
                </a:lnTo>
                <a:cubicBezTo>
                  <a:pt x="233419" y="390718"/>
                  <a:pt x="232119" y="389328"/>
                  <a:pt x="230448" y="389328"/>
                </a:cubicBezTo>
                <a:close/>
                <a:moveTo>
                  <a:pt x="209746" y="316549"/>
                </a:moveTo>
                <a:lnTo>
                  <a:pt x="234533" y="316549"/>
                </a:lnTo>
                <a:lnTo>
                  <a:pt x="234533" y="345197"/>
                </a:lnTo>
                <a:cubicBezTo>
                  <a:pt x="288841" y="350945"/>
                  <a:pt x="332287" y="394149"/>
                  <a:pt x="337950" y="448571"/>
                </a:cubicBezTo>
                <a:lnTo>
                  <a:pt x="366728" y="448571"/>
                </a:lnTo>
                <a:lnTo>
                  <a:pt x="366728" y="473139"/>
                </a:lnTo>
                <a:lnTo>
                  <a:pt x="337950" y="473139"/>
                </a:lnTo>
                <a:cubicBezTo>
                  <a:pt x="332287" y="527468"/>
                  <a:pt x="288933" y="570858"/>
                  <a:pt x="234533" y="576513"/>
                </a:cubicBezTo>
                <a:lnTo>
                  <a:pt x="234533" y="605161"/>
                </a:lnTo>
                <a:lnTo>
                  <a:pt x="209746" y="605161"/>
                </a:lnTo>
                <a:lnTo>
                  <a:pt x="209746" y="576513"/>
                </a:lnTo>
                <a:cubicBezTo>
                  <a:pt x="155438" y="570858"/>
                  <a:pt x="111992" y="527561"/>
                  <a:pt x="106237" y="473139"/>
                </a:cubicBezTo>
                <a:lnTo>
                  <a:pt x="77551" y="473139"/>
                </a:lnTo>
                <a:lnTo>
                  <a:pt x="77551" y="448571"/>
                </a:lnTo>
                <a:lnTo>
                  <a:pt x="106237" y="448571"/>
                </a:lnTo>
                <a:cubicBezTo>
                  <a:pt x="111992" y="394334"/>
                  <a:pt x="155253" y="350945"/>
                  <a:pt x="209746" y="345197"/>
                </a:cubicBezTo>
                <a:close/>
                <a:moveTo>
                  <a:pt x="215397" y="387"/>
                </a:moveTo>
                <a:cubicBezTo>
                  <a:pt x="238051" y="-1560"/>
                  <a:pt x="255320" y="4094"/>
                  <a:pt x="267668" y="11417"/>
                </a:cubicBezTo>
                <a:cubicBezTo>
                  <a:pt x="285959" y="21520"/>
                  <a:pt x="293015" y="35053"/>
                  <a:pt x="293015" y="35053"/>
                </a:cubicBezTo>
                <a:cubicBezTo>
                  <a:pt x="293015" y="35053"/>
                  <a:pt x="335259" y="38020"/>
                  <a:pt x="321054" y="123667"/>
                </a:cubicBezTo>
                <a:cubicBezTo>
                  <a:pt x="320497" y="126263"/>
                  <a:pt x="319939" y="128951"/>
                  <a:pt x="319197" y="131546"/>
                </a:cubicBezTo>
                <a:cubicBezTo>
                  <a:pt x="327181" y="131546"/>
                  <a:pt x="335351" y="137756"/>
                  <a:pt x="326624" y="168716"/>
                </a:cubicBezTo>
                <a:cubicBezTo>
                  <a:pt x="319661" y="192816"/>
                  <a:pt x="313348" y="199675"/>
                  <a:pt x="308520" y="200046"/>
                </a:cubicBezTo>
                <a:cubicBezTo>
                  <a:pt x="306756" y="210891"/>
                  <a:pt x="302578" y="223033"/>
                  <a:pt x="295893" y="234527"/>
                </a:cubicBezTo>
                <a:lnTo>
                  <a:pt x="295893" y="277536"/>
                </a:lnTo>
                <a:cubicBezTo>
                  <a:pt x="295893" y="279019"/>
                  <a:pt x="296729" y="280317"/>
                  <a:pt x="298121" y="281059"/>
                </a:cubicBezTo>
                <a:cubicBezTo>
                  <a:pt x="310469" y="287176"/>
                  <a:pt x="371653" y="318043"/>
                  <a:pt x="428381" y="364482"/>
                </a:cubicBezTo>
                <a:cubicBezTo>
                  <a:pt x="438501" y="372824"/>
                  <a:pt x="444350" y="385430"/>
                  <a:pt x="444350" y="398500"/>
                </a:cubicBezTo>
                <a:lnTo>
                  <a:pt x="444350" y="461067"/>
                </a:lnTo>
                <a:lnTo>
                  <a:pt x="388365" y="461067"/>
                </a:lnTo>
                <a:lnTo>
                  <a:pt x="388365" y="448554"/>
                </a:lnTo>
                <a:cubicBezTo>
                  <a:pt x="388365" y="436596"/>
                  <a:pt x="378709" y="426956"/>
                  <a:pt x="366733" y="426956"/>
                </a:cubicBezTo>
                <a:lnTo>
                  <a:pt x="356056" y="426956"/>
                </a:lnTo>
                <a:cubicBezTo>
                  <a:pt x="343522" y="378200"/>
                  <a:pt x="304899" y="339640"/>
                  <a:pt x="256156" y="327219"/>
                </a:cubicBezTo>
                <a:lnTo>
                  <a:pt x="256156" y="316560"/>
                </a:lnTo>
                <a:cubicBezTo>
                  <a:pt x="256156" y="304602"/>
                  <a:pt x="246500" y="294962"/>
                  <a:pt x="234523" y="294962"/>
                </a:cubicBezTo>
                <a:lnTo>
                  <a:pt x="209734" y="294962"/>
                </a:lnTo>
                <a:cubicBezTo>
                  <a:pt x="197757" y="294962"/>
                  <a:pt x="188101" y="304602"/>
                  <a:pt x="188101" y="316560"/>
                </a:cubicBezTo>
                <a:lnTo>
                  <a:pt x="188101" y="327219"/>
                </a:lnTo>
                <a:cubicBezTo>
                  <a:pt x="139266" y="339547"/>
                  <a:pt x="100643" y="378200"/>
                  <a:pt x="88202" y="426956"/>
                </a:cubicBezTo>
                <a:lnTo>
                  <a:pt x="77525" y="426956"/>
                </a:lnTo>
                <a:cubicBezTo>
                  <a:pt x="65548" y="426956"/>
                  <a:pt x="55892" y="436596"/>
                  <a:pt x="55892" y="448554"/>
                </a:cubicBezTo>
                <a:lnTo>
                  <a:pt x="55985" y="448554"/>
                </a:lnTo>
                <a:lnTo>
                  <a:pt x="55985" y="461067"/>
                </a:lnTo>
                <a:lnTo>
                  <a:pt x="0" y="461067"/>
                </a:lnTo>
                <a:lnTo>
                  <a:pt x="0" y="398500"/>
                </a:lnTo>
                <a:cubicBezTo>
                  <a:pt x="0" y="385430"/>
                  <a:pt x="5849" y="372824"/>
                  <a:pt x="15969" y="364482"/>
                </a:cubicBezTo>
                <a:cubicBezTo>
                  <a:pt x="72697" y="318043"/>
                  <a:pt x="133881" y="287176"/>
                  <a:pt x="146229" y="281059"/>
                </a:cubicBezTo>
                <a:cubicBezTo>
                  <a:pt x="147621" y="280502"/>
                  <a:pt x="148457" y="279112"/>
                  <a:pt x="148457" y="277536"/>
                </a:cubicBezTo>
                <a:lnTo>
                  <a:pt x="148457" y="234527"/>
                </a:lnTo>
                <a:cubicBezTo>
                  <a:pt x="141772" y="223033"/>
                  <a:pt x="137594" y="210983"/>
                  <a:pt x="135830" y="200046"/>
                </a:cubicBezTo>
                <a:cubicBezTo>
                  <a:pt x="131002" y="199675"/>
                  <a:pt x="124596" y="192816"/>
                  <a:pt x="117726" y="168716"/>
                </a:cubicBezTo>
                <a:cubicBezTo>
                  <a:pt x="109091" y="138220"/>
                  <a:pt x="116890" y="131824"/>
                  <a:pt x="124782" y="131546"/>
                </a:cubicBezTo>
                <a:cubicBezTo>
                  <a:pt x="124039" y="128951"/>
                  <a:pt x="123482" y="126263"/>
                  <a:pt x="122925" y="123667"/>
                </a:cubicBezTo>
                <a:cubicBezTo>
                  <a:pt x="119861" y="108188"/>
                  <a:pt x="119118" y="93820"/>
                  <a:pt x="122739" y="80102"/>
                </a:cubicBezTo>
                <a:cubicBezTo>
                  <a:pt x="127010" y="61749"/>
                  <a:pt x="137037" y="46918"/>
                  <a:pt x="148179" y="35517"/>
                </a:cubicBezTo>
                <a:cubicBezTo>
                  <a:pt x="155235" y="28102"/>
                  <a:pt x="163219" y="21428"/>
                  <a:pt x="171761" y="16144"/>
                </a:cubicBezTo>
                <a:cubicBezTo>
                  <a:pt x="178631" y="11324"/>
                  <a:pt x="186337" y="7246"/>
                  <a:pt x="194600" y="4372"/>
                </a:cubicBezTo>
                <a:cubicBezTo>
                  <a:pt x="201192" y="2148"/>
                  <a:pt x="208156" y="757"/>
                  <a:pt x="215397" y="38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2772948" y="2793892"/>
            <a:ext cx="366346" cy="498926"/>
          </a:xfrm>
          <a:custGeom>
            <a:avLst/>
            <a:gdLst/>
            <a:ahLst/>
            <a:cxnLst/>
            <a:rect l="l" t="t" r="r" b="b"/>
            <a:pathLst>
              <a:path w="444350" h="605161">
                <a:moveTo>
                  <a:pt x="219401" y="389328"/>
                </a:moveTo>
                <a:cubicBezTo>
                  <a:pt x="217823" y="389328"/>
                  <a:pt x="216430" y="390718"/>
                  <a:pt x="216430" y="392295"/>
                </a:cubicBezTo>
                <a:lnTo>
                  <a:pt x="216430" y="405460"/>
                </a:lnTo>
                <a:cubicBezTo>
                  <a:pt x="208168" y="406665"/>
                  <a:pt x="201298" y="409724"/>
                  <a:pt x="196100" y="414731"/>
                </a:cubicBezTo>
                <a:cubicBezTo>
                  <a:pt x="190437" y="420108"/>
                  <a:pt x="187559" y="427154"/>
                  <a:pt x="187559" y="435591"/>
                </a:cubicBezTo>
                <a:cubicBezTo>
                  <a:pt x="187559" y="444955"/>
                  <a:pt x="190158" y="452001"/>
                  <a:pt x="195635" y="456822"/>
                </a:cubicBezTo>
                <a:cubicBezTo>
                  <a:pt x="201113" y="461643"/>
                  <a:pt x="209653" y="466464"/>
                  <a:pt x="221536" y="471192"/>
                </a:cubicBezTo>
                <a:cubicBezTo>
                  <a:pt x="226363" y="473325"/>
                  <a:pt x="229798" y="475364"/>
                  <a:pt x="231655" y="477589"/>
                </a:cubicBezTo>
                <a:cubicBezTo>
                  <a:pt x="233512" y="479722"/>
                  <a:pt x="234533" y="482781"/>
                  <a:pt x="234533" y="486768"/>
                </a:cubicBezTo>
                <a:cubicBezTo>
                  <a:pt x="234533" y="490198"/>
                  <a:pt x="233604" y="492980"/>
                  <a:pt x="231748" y="495019"/>
                </a:cubicBezTo>
                <a:cubicBezTo>
                  <a:pt x="229891" y="497152"/>
                  <a:pt x="227199" y="498264"/>
                  <a:pt x="223578" y="498264"/>
                </a:cubicBezTo>
                <a:cubicBezTo>
                  <a:pt x="219308" y="498264"/>
                  <a:pt x="215780" y="496874"/>
                  <a:pt x="213088" y="494185"/>
                </a:cubicBezTo>
                <a:cubicBezTo>
                  <a:pt x="210860" y="491960"/>
                  <a:pt x="209468" y="488529"/>
                  <a:pt x="209096" y="483894"/>
                </a:cubicBezTo>
                <a:cubicBezTo>
                  <a:pt x="209004" y="482225"/>
                  <a:pt x="207425" y="480834"/>
                  <a:pt x="205569" y="480834"/>
                </a:cubicBezTo>
                <a:lnTo>
                  <a:pt x="187559" y="481205"/>
                </a:lnTo>
                <a:cubicBezTo>
                  <a:pt x="185609" y="481205"/>
                  <a:pt x="184031" y="482781"/>
                  <a:pt x="184124" y="484821"/>
                </a:cubicBezTo>
                <a:cubicBezTo>
                  <a:pt x="184588" y="494278"/>
                  <a:pt x="187745" y="501695"/>
                  <a:pt x="193407" y="506886"/>
                </a:cubicBezTo>
                <a:cubicBezTo>
                  <a:pt x="199627" y="512635"/>
                  <a:pt x="207240" y="515972"/>
                  <a:pt x="216709" y="516714"/>
                </a:cubicBezTo>
                <a:lnTo>
                  <a:pt x="216709" y="528952"/>
                </a:lnTo>
                <a:cubicBezTo>
                  <a:pt x="216709" y="530528"/>
                  <a:pt x="218008" y="531919"/>
                  <a:pt x="219679" y="531919"/>
                </a:cubicBezTo>
                <a:lnTo>
                  <a:pt x="230262" y="531919"/>
                </a:lnTo>
                <a:cubicBezTo>
                  <a:pt x="231933" y="531919"/>
                  <a:pt x="233233" y="530528"/>
                  <a:pt x="233233" y="528952"/>
                </a:cubicBezTo>
                <a:lnTo>
                  <a:pt x="233233" y="516343"/>
                </a:lnTo>
                <a:cubicBezTo>
                  <a:pt x="240567" y="514952"/>
                  <a:pt x="246601" y="512078"/>
                  <a:pt x="251336" y="507535"/>
                </a:cubicBezTo>
                <a:cubicBezTo>
                  <a:pt x="256906" y="502251"/>
                  <a:pt x="259598" y="495205"/>
                  <a:pt x="259598" y="486490"/>
                </a:cubicBezTo>
                <a:cubicBezTo>
                  <a:pt x="259598" y="477404"/>
                  <a:pt x="256906" y="470358"/>
                  <a:pt x="251429" y="465352"/>
                </a:cubicBezTo>
                <a:cubicBezTo>
                  <a:pt x="246044" y="460438"/>
                  <a:pt x="237503" y="455524"/>
                  <a:pt x="225806" y="450518"/>
                </a:cubicBezTo>
                <a:cubicBezTo>
                  <a:pt x="220793" y="448293"/>
                  <a:pt x="217451" y="446067"/>
                  <a:pt x="215595" y="444028"/>
                </a:cubicBezTo>
                <a:cubicBezTo>
                  <a:pt x="213738" y="441895"/>
                  <a:pt x="212810" y="439021"/>
                  <a:pt x="212810" y="435591"/>
                </a:cubicBezTo>
                <a:cubicBezTo>
                  <a:pt x="212810" y="432161"/>
                  <a:pt x="213738" y="429379"/>
                  <a:pt x="215409" y="427154"/>
                </a:cubicBezTo>
                <a:cubicBezTo>
                  <a:pt x="217173" y="424929"/>
                  <a:pt x="219772" y="423817"/>
                  <a:pt x="223393" y="423817"/>
                </a:cubicBezTo>
                <a:cubicBezTo>
                  <a:pt x="226828" y="423817"/>
                  <a:pt x="229705" y="425207"/>
                  <a:pt x="231748" y="427896"/>
                </a:cubicBezTo>
                <a:cubicBezTo>
                  <a:pt x="233419" y="430121"/>
                  <a:pt x="234347" y="433088"/>
                  <a:pt x="234718" y="437074"/>
                </a:cubicBezTo>
                <a:cubicBezTo>
                  <a:pt x="234904" y="438929"/>
                  <a:pt x="236575" y="440134"/>
                  <a:pt x="238339" y="440134"/>
                </a:cubicBezTo>
                <a:lnTo>
                  <a:pt x="256442" y="439948"/>
                </a:lnTo>
                <a:cubicBezTo>
                  <a:pt x="258391" y="439948"/>
                  <a:pt x="259969" y="438280"/>
                  <a:pt x="259876" y="436333"/>
                </a:cubicBezTo>
                <a:cubicBezTo>
                  <a:pt x="259412" y="428452"/>
                  <a:pt x="256906" y="421870"/>
                  <a:pt x="252357" y="416585"/>
                </a:cubicBezTo>
                <a:cubicBezTo>
                  <a:pt x="247530" y="411022"/>
                  <a:pt x="241217" y="407499"/>
                  <a:pt x="233419" y="405923"/>
                </a:cubicBezTo>
                <a:lnTo>
                  <a:pt x="233419" y="392295"/>
                </a:lnTo>
                <a:cubicBezTo>
                  <a:pt x="233419" y="390718"/>
                  <a:pt x="232119" y="389328"/>
                  <a:pt x="230448" y="389328"/>
                </a:cubicBezTo>
                <a:close/>
                <a:moveTo>
                  <a:pt x="209746" y="316549"/>
                </a:moveTo>
                <a:lnTo>
                  <a:pt x="234533" y="316549"/>
                </a:lnTo>
                <a:lnTo>
                  <a:pt x="234533" y="345197"/>
                </a:lnTo>
                <a:cubicBezTo>
                  <a:pt x="288841" y="350945"/>
                  <a:pt x="332287" y="394149"/>
                  <a:pt x="337950" y="448571"/>
                </a:cubicBezTo>
                <a:lnTo>
                  <a:pt x="366728" y="448571"/>
                </a:lnTo>
                <a:lnTo>
                  <a:pt x="366728" y="473139"/>
                </a:lnTo>
                <a:lnTo>
                  <a:pt x="337950" y="473139"/>
                </a:lnTo>
                <a:cubicBezTo>
                  <a:pt x="332287" y="527468"/>
                  <a:pt x="288933" y="570858"/>
                  <a:pt x="234533" y="576513"/>
                </a:cubicBezTo>
                <a:lnTo>
                  <a:pt x="234533" y="605161"/>
                </a:lnTo>
                <a:lnTo>
                  <a:pt x="209746" y="605161"/>
                </a:lnTo>
                <a:lnTo>
                  <a:pt x="209746" y="576513"/>
                </a:lnTo>
                <a:cubicBezTo>
                  <a:pt x="155438" y="570858"/>
                  <a:pt x="111992" y="527561"/>
                  <a:pt x="106237" y="473139"/>
                </a:cubicBezTo>
                <a:lnTo>
                  <a:pt x="77551" y="473139"/>
                </a:lnTo>
                <a:lnTo>
                  <a:pt x="77551" y="448571"/>
                </a:lnTo>
                <a:lnTo>
                  <a:pt x="106237" y="448571"/>
                </a:lnTo>
                <a:cubicBezTo>
                  <a:pt x="111992" y="394334"/>
                  <a:pt x="155253" y="350945"/>
                  <a:pt x="209746" y="345197"/>
                </a:cubicBezTo>
                <a:close/>
                <a:moveTo>
                  <a:pt x="215397" y="387"/>
                </a:moveTo>
                <a:cubicBezTo>
                  <a:pt x="238051" y="-1560"/>
                  <a:pt x="255320" y="4094"/>
                  <a:pt x="267668" y="11417"/>
                </a:cubicBezTo>
                <a:cubicBezTo>
                  <a:pt x="285959" y="21520"/>
                  <a:pt x="293015" y="35053"/>
                  <a:pt x="293015" y="35053"/>
                </a:cubicBezTo>
                <a:cubicBezTo>
                  <a:pt x="293015" y="35053"/>
                  <a:pt x="335259" y="38020"/>
                  <a:pt x="321054" y="123667"/>
                </a:cubicBezTo>
                <a:cubicBezTo>
                  <a:pt x="320497" y="126263"/>
                  <a:pt x="319939" y="128951"/>
                  <a:pt x="319197" y="131546"/>
                </a:cubicBezTo>
                <a:cubicBezTo>
                  <a:pt x="327181" y="131546"/>
                  <a:pt x="335351" y="137756"/>
                  <a:pt x="326624" y="168716"/>
                </a:cubicBezTo>
                <a:cubicBezTo>
                  <a:pt x="319661" y="192816"/>
                  <a:pt x="313348" y="199675"/>
                  <a:pt x="308520" y="200046"/>
                </a:cubicBezTo>
                <a:cubicBezTo>
                  <a:pt x="306756" y="210891"/>
                  <a:pt x="302578" y="223033"/>
                  <a:pt x="295893" y="234527"/>
                </a:cubicBezTo>
                <a:lnTo>
                  <a:pt x="295893" y="277536"/>
                </a:lnTo>
                <a:cubicBezTo>
                  <a:pt x="295893" y="279019"/>
                  <a:pt x="296729" y="280317"/>
                  <a:pt x="298121" y="281059"/>
                </a:cubicBezTo>
                <a:cubicBezTo>
                  <a:pt x="310469" y="287176"/>
                  <a:pt x="371653" y="318043"/>
                  <a:pt x="428381" y="364482"/>
                </a:cubicBezTo>
                <a:cubicBezTo>
                  <a:pt x="438501" y="372824"/>
                  <a:pt x="444350" y="385430"/>
                  <a:pt x="444350" y="398500"/>
                </a:cubicBezTo>
                <a:lnTo>
                  <a:pt x="444350" y="461067"/>
                </a:lnTo>
                <a:lnTo>
                  <a:pt x="388365" y="461067"/>
                </a:lnTo>
                <a:lnTo>
                  <a:pt x="388365" y="448554"/>
                </a:lnTo>
                <a:cubicBezTo>
                  <a:pt x="388365" y="436596"/>
                  <a:pt x="378709" y="426956"/>
                  <a:pt x="366733" y="426956"/>
                </a:cubicBezTo>
                <a:lnTo>
                  <a:pt x="356056" y="426956"/>
                </a:lnTo>
                <a:cubicBezTo>
                  <a:pt x="343522" y="378200"/>
                  <a:pt x="304899" y="339640"/>
                  <a:pt x="256156" y="327219"/>
                </a:cubicBezTo>
                <a:lnTo>
                  <a:pt x="256156" y="316560"/>
                </a:lnTo>
                <a:cubicBezTo>
                  <a:pt x="256156" y="304602"/>
                  <a:pt x="246500" y="294962"/>
                  <a:pt x="234523" y="294962"/>
                </a:cubicBezTo>
                <a:lnTo>
                  <a:pt x="209734" y="294962"/>
                </a:lnTo>
                <a:cubicBezTo>
                  <a:pt x="197757" y="294962"/>
                  <a:pt x="188101" y="304602"/>
                  <a:pt x="188101" y="316560"/>
                </a:cubicBezTo>
                <a:lnTo>
                  <a:pt x="188101" y="327219"/>
                </a:lnTo>
                <a:cubicBezTo>
                  <a:pt x="139266" y="339547"/>
                  <a:pt x="100643" y="378200"/>
                  <a:pt x="88202" y="426956"/>
                </a:cubicBezTo>
                <a:lnTo>
                  <a:pt x="77525" y="426956"/>
                </a:lnTo>
                <a:cubicBezTo>
                  <a:pt x="65548" y="426956"/>
                  <a:pt x="55892" y="436596"/>
                  <a:pt x="55892" y="448554"/>
                </a:cubicBezTo>
                <a:lnTo>
                  <a:pt x="55985" y="448554"/>
                </a:lnTo>
                <a:lnTo>
                  <a:pt x="55985" y="461067"/>
                </a:lnTo>
                <a:lnTo>
                  <a:pt x="0" y="461067"/>
                </a:lnTo>
                <a:lnTo>
                  <a:pt x="0" y="398500"/>
                </a:lnTo>
                <a:cubicBezTo>
                  <a:pt x="0" y="385430"/>
                  <a:pt x="5849" y="372824"/>
                  <a:pt x="15969" y="364482"/>
                </a:cubicBezTo>
                <a:cubicBezTo>
                  <a:pt x="72697" y="318043"/>
                  <a:pt x="133881" y="287176"/>
                  <a:pt x="146229" y="281059"/>
                </a:cubicBezTo>
                <a:cubicBezTo>
                  <a:pt x="147621" y="280502"/>
                  <a:pt x="148457" y="279112"/>
                  <a:pt x="148457" y="277536"/>
                </a:cubicBezTo>
                <a:lnTo>
                  <a:pt x="148457" y="234527"/>
                </a:lnTo>
                <a:cubicBezTo>
                  <a:pt x="141772" y="223033"/>
                  <a:pt x="137594" y="210983"/>
                  <a:pt x="135830" y="200046"/>
                </a:cubicBezTo>
                <a:cubicBezTo>
                  <a:pt x="131002" y="199675"/>
                  <a:pt x="124596" y="192816"/>
                  <a:pt x="117726" y="168716"/>
                </a:cubicBezTo>
                <a:cubicBezTo>
                  <a:pt x="109091" y="138220"/>
                  <a:pt x="116890" y="131824"/>
                  <a:pt x="124782" y="131546"/>
                </a:cubicBezTo>
                <a:cubicBezTo>
                  <a:pt x="124039" y="128951"/>
                  <a:pt x="123482" y="126263"/>
                  <a:pt x="122925" y="123667"/>
                </a:cubicBezTo>
                <a:cubicBezTo>
                  <a:pt x="119861" y="108188"/>
                  <a:pt x="119118" y="93820"/>
                  <a:pt x="122739" y="80102"/>
                </a:cubicBezTo>
                <a:cubicBezTo>
                  <a:pt x="127010" y="61749"/>
                  <a:pt x="137037" y="46918"/>
                  <a:pt x="148179" y="35517"/>
                </a:cubicBezTo>
                <a:cubicBezTo>
                  <a:pt x="155235" y="28102"/>
                  <a:pt x="163219" y="21428"/>
                  <a:pt x="171761" y="16144"/>
                </a:cubicBezTo>
                <a:cubicBezTo>
                  <a:pt x="178631" y="11324"/>
                  <a:pt x="186337" y="7246"/>
                  <a:pt x="194600" y="4372"/>
                </a:cubicBezTo>
                <a:cubicBezTo>
                  <a:pt x="201192" y="2148"/>
                  <a:pt x="208156" y="757"/>
                  <a:pt x="215397" y="38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7058" y="2766228"/>
            <a:ext cx="419632" cy="571498"/>
          </a:xfrm>
          <a:custGeom>
            <a:avLst/>
            <a:gdLst/>
            <a:ahLst/>
            <a:cxnLst/>
            <a:rect l="l" t="t" r="r" b="b"/>
            <a:pathLst>
              <a:path w="444350" h="605161">
                <a:moveTo>
                  <a:pt x="219401" y="389328"/>
                </a:moveTo>
                <a:cubicBezTo>
                  <a:pt x="217823" y="389328"/>
                  <a:pt x="216430" y="390718"/>
                  <a:pt x="216430" y="392295"/>
                </a:cubicBezTo>
                <a:lnTo>
                  <a:pt x="216430" y="405460"/>
                </a:lnTo>
                <a:cubicBezTo>
                  <a:pt x="208168" y="406665"/>
                  <a:pt x="201298" y="409724"/>
                  <a:pt x="196100" y="414731"/>
                </a:cubicBezTo>
                <a:cubicBezTo>
                  <a:pt x="190437" y="420108"/>
                  <a:pt x="187559" y="427154"/>
                  <a:pt x="187559" y="435591"/>
                </a:cubicBezTo>
                <a:cubicBezTo>
                  <a:pt x="187559" y="444955"/>
                  <a:pt x="190158" y="452001"/>
                  <a:pt x="195635" y="456822"/>
                </a:cubicBezTo>
                <a:cubicBezTo>
                  <a:pt x="201113" y="461643"/>
                  <a:pt x="209653" y="466464"/>
                  <a:pt x="221536" y="471192"/>
                </a:cubicBezTo>
                <a:cubicBezTo>
                  <a:pt x="226363" y="473325"/>
                  <a:pt x="229798" y="475364"/>
                  <a:pt x="231655" y="477589"/>
                </a:cubicBezTo>
                <a:cubicBezTo>
                  <a:pt x="233512" y="479722"/>
                  <a:pt x="234533" y="482781"/>
                  <a:pt x="234533" y="486768"/>
                </a:cubicBezTo>
                <a:cubicBezTo>
                  <a:pt x="234533" y="490198"/>
                  <a:pt x="233604" y="492980"/>
                  <a:pt x="231748" y="495019"/>
                </a:cubicBezTo>
                <a:cubicBezTo>
                  <a:pt x="229891" y="497152"/>
                  <a:pt x="227199" y="498264"/>
                  <a:pt x="223578" y="498264"/>
                </a:cubicBezTo>
                <a:cubicBezTo>
                  <a:pt x="219308" y="498264"/>
                  <a:pt x="215780" y="496874"/>
                  <a:pt x="213088" y="494185"/>
                </a:cubicBezTo>
                <a:cubicBezTo>
                  <a:pt x="210860" y="491960"/>
                  <a:pt x="209468" y="488529"/>
                  <a:pt x="209096" y="483894"/>
                </a:cubicBezTo>
                <a:cubicBezTo>
                  <a:pt x="209004" y="482225"/>
                  <a:pt x="207425" y="480834"/>
                  <a:pt x="205569" y="480834"/>
                </a:cubicBezTo>
                <a:lnTo>
                  <a:pt x="187559" y="481205"/>
                </a:lnTo>
                <a:cubicBezTo>
                  <a:pt x="185609" y="481205"/>
                  <a:pt x="184031" y="482781"/>
                  <a:pt x="184124" y="484821"/>
                </a:cubicBezTo>
                <a:cubicBezTo>
                  <a:pt x="184588" y="494278"/>
                  <a:pt x="187745" y="501695"/>
                  <a:pt x="193407" y="506886"/>
                </a:cubicBezTo>
                <a:cubicBezTo>
                  <a:pt x="199627" y="512635"/>
                  <a:pt x="207240" y="515972"/>
                  <a:pt x="216709" y="516714"/>
                </a:cubicBezTo>
                <a:lnTo>
                  <a:pt x="216709" y="528952"/>
                </a:lnTo>
                <a:cubicBezTo>
                  <a:pt x="216709" y="530528"/>
                  <a:pt x="218008" y="531919"/>
                  <a:pt x="219679" y="531919"/>
                </a:cubicBezTo>
                <a:lnTo>
                  <a:pt x="230262" y="531919"/>
                </a:lnTo>
                <a:cubicBezTo>
                  <a:pt x="231933" y="531919"/>
                  <a:pt x="233233" y="530528"/>
                  <a:pt x="233233" y="528952"/>
                </a:cubicBezTo>
                <a:lnTo>
                  <a:pt x="233233" y="516343"/>
                </a:lnTo>
                <a:cubicBezTo>
                  <a:pt x="240567" y="514952"/>
                  <a:pt x="246601" y="512078"/>
                  <a:pt x="251336" y="507535"/>
                </a:cubicBezTo>
                <a:cubicBezTo>
                  <a:pt x="256906" y="502251"/>
                  <a:pt x="259598" y="495205"/>
                  <a:pt x="259598" y="486490"/>
                </a:cubicBezTo>
                <a:cubicBezTo>
                  <a:pt x="259598" y="477404"/>
                  <a:pt x="256906" y="470358"/>
                  <a:pt x="251429" y="465352"/>
                </a:cubicBezTo>
                <a:cubicBezTo>
                  <a:pt x="246044" y="460438"/>
                  <a:pt x="237503" y="455524"/>
                  <a:pt x="225806" y="450518"/>
                </a:cubicBezTo>
                <a:cubicBezTo>
                  <a:pt x="220793" y="448293"/>
                  <a:pt x="217451" y="446067"/>
                  <a:pt x="215595" y="444028"/>
                </a:cubicBezTo>
                <a:cubicBezTo>
                  <a:pt x="213738" y="441895"/>
                  <a:pt x="212810" y="439021"/>
                  <a:pt x="212810" y="435591"/>
                </a:cubicBezTo>
                <a:cubicBezTo>
                  <a:pt x="212810" y="432161"/>
                  <a:pt x="213738" y="429379"/>
                  <a:pt x="215409" y="427154"/>
                </a:cubicBezTo>
                <a:cubicBezTo>
                  <a:pt x="217173" y="424929"/>
                  <a:pt x="219772" y="423817"/>
                  <a:pt x="223393" y="423817"/>
                </a:cubicBezTo>
                <a:cubicBezTo>
                  <a:pt x="226828" y="423817"/>
                  <a:pt x="229705" y="425207"/>
                  <a:pt x="231748" y="427896"/>
                </a:cubicBezTo>
                <a:cubicBezTo>
                  <a:pt x="233419" y="430121"/>
                  <a:pt x="234347" y="433088"/>
                  <a:pt x="234718" y="437074"/>
                </a:cubicBezTo>
                <a:cubicBezTo>
                  <a:pt x="234904" y="438929"/>
                  <a:pt x="236575" y="440134"/>
                  <a:pt x="238339" y="440134"/>
                </a:cubicBezTo>
                <a:lnTo>
                  <a:pt x="256442" y="439948"/>
                </a:lnTo>
                <a:cubicBezTo>
                  <a:pt x="258391" y="439948"/>
                  <a:pt x="259969" y="438280"/>
                  <a:pt x="259876" y="436333"/>
                </a:cubicBezTo>
                <a:cubicBezTo>
                  <a:pt x="259412" y="428452"/>
                  <a:pt x="256906" y="421870"/>
                  <a:pt x="252357" y="416585"/>
                </a:cubicBezTo>
                <a:cubicBezTo>
                  <a:pt x="247530" y="411022"/>
                  <a:pt x="241217" y="407499"/>
                  <a:pt x="233419" y="405923"/>
                </a:cubicBezTo>
                <a:lnTo>
                  <a:pt x="233419" y="392295"/>
                </a:lnTo>
                <a:cubicBezTo>
                  <a:pt x="233419" y="390718"/>
                  <a:pt x="232119" y="389328"/>
                  <a:pt x="230448" y="389328"/>
                </a:cubicBezTo>
                <a:close/>
                <a:moveTo>
                  <a:pt x="209746" y="316549"/>
                </a:moveTo>
                <a:lnTo>
                  <a:pt x="234533" y="316549"/>
                </a:lnTo>
                <a:lnTo>
                  <a:pt x="234533" y="345197"/>
                </a:lnTo>
                <a:cubicBezTo>
                  <a:pt x="288841" y="350945"/>
                  <a:pt x="332287" y="394149"/>
                  <a:pt x="337950" y="448571"/>
                </a:cubicBezTo>
                <a:lnTo>
                  <a:pt x="366728" y="448571"/>
                </a:lnTo>
                <a:lnTo>
                  <a:pt x="366728" y="473139"/>
                </a:lnTo>
                <a:lnTo>
                  <a:pt x="337950" y="473139"/>
                </a:lnTo>
                <a:cubicBezTo>
                  <a:pt x="332287" y="527468"/>
                  <a:pt x="288933" y="570858"/>
                  <a:pt x="234533" y="576513"/>
                </a:cubicBezTo>
                <a:lnTo>
                  <a:pt x="234533" y="605161"/>
                </a:lnTo>
                <a:lnTo>
                  <a:pt x="209746" y="605161"/>
                </a:lnTo>
                <a:lnTo>
                  <a:pt x="209746" y="576513"/>
                </a:lnTo>
                <a:cubicBezTo>
                  <a:pt x="155438" y="570858"/>
                  <a:pt x="111992" y="527561"/>
                  <a:pt x="106237" y="473139"/>
                </a:cubicBezTo>
                <a:lnTo>
                  <a:pt x="77551" y="473139"/>
                </a:lnTo>
                <a:lnTo>
                  <a:pt x="77551" y="448571"/>
                </a:lnTo>
                <a:lnTo>
                  <a:pt x="106237" y="448571"/>
                </a:lnTo>
                <a:cubicBezTo>
                  <a:pt x="111992" y="394334"/>
                  <a:pt x="155253" y="350945"/>
                  <a:pt x="209746" y="345197"/>
                </a:cubicBezTo>
                <a:close/>
                <a:moveTo>
                  <a:pt x="215397" y="387"/>
                </a:moveTo>
                <a:cubicBezTo>
                  <a:pt x="238051" y="-1560"/>
                  <a:pt x="255320" y="4094"/>
                  <a:pt x="267668" y="11417"/>
                </a:cubicBezTo>
                <a:cubicBezTo>
                  <a:pt x="285959" y="21520"/>
                  <a:pt x="293015" y="35053"/>
                  <a:pt x="293015" y="35053"/>
                </a:cubicBezTo>
                <a:cubicBezTo>
                  <a:pt x="293015" y="35053"/>
                  <a:pt x="335259" y="38020"/>
                  <a:pt x="321054" y="123667"/>
                </a:cubicBezTo>
                <a:cubicBezTo>
                  <a:pt x="320497" y="126263"/>
                  <a:pt x="319939" y="128951"/>
                  <a:pt x="319197" y="131546"/>
                </a:cubicBezTo>
                <a:cubicBezTo>
                  <a:pt x="327181" y="131546"/>
                  <a:pt x="335351" y="137756"/>
                  <a:pt x="326624" y="168716"/>
                </a:cubicBezTo>
                <a:cubicBezTo>
                  <a:pt x="319661" y="192816"/>
                  <a:pt x="313348" y="199675"/>
                  <a:pt x="308520" y="200046"/>
                </a:cubicBezTo>
                <a:cubicBezTo>
                  <a:pt x="306756" y="210891"/>
                  <a:pt x="302578" y="223033"/>
                  <a:pt x="295893" y="234527"/>
                </a:cubicBezTo>
                <a:lnTo>
                  <a:pt x="295893" y="277536"/>
                </a:lnTo>
                <a:cubicBezTo>
                  <a:pt x="295893" y="279019"/>
                  <a:pt x="296729" y="280317"/>
                  <a:pt x="298121" y="281059"/>
                </a:cubicBezTo>
                <a:cubicBezTo>
                  <a:pt x="310469" y="287176"/>
                  <a:pt x="371653" y="318043"/>
                  <a:pt x="428381" y="364482"/>
                </a:cubicBezTo>
                <a:cubicBezTo>
                  <a:pt x="438501" y="372824"/>
                  <a:pt x="444350" y="385430"/>
                  <a:pt x="444350" y="398500"/>
                </a:cubicBezTo>
                <a:lnTo>
                  <a:pt x="444350" y="461067"/>
                </a:lnTo>
                <a:lnTo>
                  <a:pt x="388365" y="461067"/>
                </a:lnTo>
                <a:lnTo>
                  <a:pt x="388365" y="448554"/>
                </a:lnTo>
                <a:cubicBezTo>
                  <a:pt x="388365" y="436596"/>
                  <a:pt x="378709" y="426956"/>
                  <a:pt x="366733" y="426956"/>
                </a:cubicBezTo>
                <a:lnTo>
                  <a:pt x="356056" y="426956"/>
                </a:lnTo>
                <a:cubicBezTo>
                  <a:pt x="343522" y="378200"/>
                  <a:pt x="304899" y="339640"/>
                  <a:pt x="256156" y="327219"/>
                </a:cubicBezTo>
                <a:lnTo>
                  <a:pt x="256156" y="316560"/>
                </a:lnTo>
                <a:cubicBezTo>
                  <a:pt x="256156" y="304602"/>
                  <a:pt x="246500" y="294962"/>
                  <a:pt x="234523" y="294962"/>
                </a:cubicBezTo>
                <a:lnTo>
                  <a:pt x="209734" y="294962"/>
                </a:lnTo>
                <a:cubicBezTo>
                  <a:pt x="197757" y="294962"/>
                  <a:pt x="188101" y="304602"/>
                  <a:pt x="188101" y="316560"/>
                </a:cubicBezTo>
                <a:lnTo>
                  <a:pt x="188101" y="327219"/>
                </a:lnTo>
                <a:cubicBezTo>
                  <a:pt x="139266" y="339547"/>
                  <a:pt x="100643" y="378200"/>
                  <a:pt x="88202" y="426956"/>
                </a:cubicBezTo>
                <a:lnTo>
                  <a:pt x="77525" y="426956"/>
                </a:lnTo>
                <a:cubicBezTo>
                  <a:pt x="65548" y="426956"/>
                  <a:pt x="55892" y="436596"/>
                  <a:pt x="55892" y="448554"/>
                </a:cubicBezTo>
                <a:lnTo>
                  <a:pt x="55985" y="448554"/>
                </a:lnTo>
                <a:lnTo>
                  <a:pt x="55985" y="461067"/>
                </a:lnTo>
                <a:lnTo>
                  <a:pt x="0" y="461067"/>
                </a:lnTo>
                <a:lnTo>
                  <a:pt x="0" y="398500"/>
                </a:lnTo>
                <a:cubicBezTo>
                  <a:pt x="0" y="385430"/>
                  <a:pt x="5849" y="372824"/>
                  <a:pt x="15969" y="364482"/>
                </a:cubicBezTo>
                <a:cubicBezTo>
                  <a:pt x="72697" y="318043"/>
                  <a:pt x="133881" y="287176"/>
                  <a:pt x="146229" y="281059"/>
                </a:cubicBezTo>
                <a:cubicBezTo>
                  <a:pt x="147621" y="280502"/>
                  <a:pt x="148457" y="279112"/>
                  <a:pt x="148457" y="277536"/>
                </a:cubicBezTo>
                <a:lnTo>
                  <a:pt x="148457" y="234527"/>
                </a:lnTo>
                <a:cubicBezTo>
                  <a:pt x="141772" y="223033"/>
                  <a:pt x="137594" y="210983"/>
                  <a:pt x="135830" y="200046"/>
                </a:cubicBezTo>
                <a:cubicBezTo>
                  <a:pt x="131002" y="199675"/>
                  <a:pt x="124596" y="192816"/>
                  <a:pt x="117726" y="168716"/>
                </a:cubicBezTo>
                <a:cubicBezTo>
                  <a:pt x="109091" y="138220"/>
                  <a:pt x="116890" y="131824"/>
                  <a:pt x="124782" y="131546"/>
                </a:cubicBezTo>
                <a:cubicBezTo>
                  <a:pt x="124039" y="128951"/>
                  <a:pt x="123482" y="126263"/>
                  <a:pt x="122925" y="123667"/>
                </a:cubicBezTo>
                <a:cubicBezTo>
                  <a:pt x="119861" y="108188"/>
                  <a:pt x="119118" y="93820"/>
                  <a:pt x="122739" y="80102"/>
                </a:cubicBezTo>
                <a:cubicBezTo>
                  <a:pt x="127010" y="61749"/>
                  <a:pt x="137037" y="46918"/>
                  <a:pt x="148179" y="35517"/>
                </a:cubicBezTo>
                <a:cubicBezTo>
                  <a:pt x="155235" y="28102"/>
                  <a:pt x="163219" y="21428"/>
                  <a:pt x="171761" y="16144"/>
                </a:cubicBezTo>
                <a:cubicBezTo>
                  <a:pt x="178631" y="11324"/>
                  <a:pt x="186337" y="7246"/>
                  <a:pt x="194600" y="4372"/>
                </a:cubicBezTo>
                <a:cubicBezTo>
                  <a:pt x="201192" y="2148"/>
                  <a:pt x="208156" y="757"/>
                  <a:pt x="215397" y="38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617607" y="2045963"/>
            <a:ext cx="2655736" cy="338554"/>
          </a:xfrm>
          <a:prstGeom prst="roundRect">
            <a:avLst>
              <a:gd name="adj" fmla="val 0"/>
            </a:avLst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Coaches and Analysts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0064" y="3690826"/>
            <a:ext cx="2655736" cy="15392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Coaches use the platform for player development and strategy optimization, while analysts use it for match preparation and opponent scouting.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913260" y="2045963"/>
            <a:ext cx="2655736" cy="338554"/>
          </a:xfrm>
          <a:prstGeom prst="roundRect">
            <a:avLst>
              <a:gd name="adj" fmla="val 0"/>
            </a:avLst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Players and Sportsbooks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030817" y="2045963"/>
            <a:ext cx="2655736" cy="338554"/>
          </a:xfrm>
          <a:prstGeom prst="roundRect">
            <a:avLst>
              <a:gd name="adj" fmla="val 0"/>
            </a:avLst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Media and Researchers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3260" y="3669337"/>
            <a:ext cx="2655736" cy="15392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Players track performance and benchmark against peers, while sportsbooks use it for odds calculation and risk management.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030817" y="3719437"/>
            <a:ext cx="2655736" cy="134652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Media enhances commentary and engagement, while researchers conduct tennis performance studies.</a:t>
            </a:r>
            <a:endParaRPr lang="en-US" sz="1100"/>
          </a:p>
        </p:txBody>
      </p:sp>
      <p:sp>
        <p:nvSpPr>
          <p:cNvPr id="15" name="AutoShape 15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Applications &amp; Stakeholders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Implementation Timeline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14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11" dur="5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5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5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38469" y="1186676"/>
            <a:ext cx="1058970" cy="7087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179337" y="1125103"/>
            <a:ext cx="7594397" cy="10080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 cap="rnd">
            <a:solidFill>
              <a:schemeClr val="accent1"/>
            </a:solidFill>
            <a:prstDash val="solid"/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 flipH="1">
            <a:off x="4265233" y="1171822"/>
            <a:ext cx="7401711" cy="307777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Phase 1: API Setup &amp; Architecture</a:t>
            </a:r>
          </a:p>
        </p:txBody>
      </p:sp>
      <p:sp>
        <p:nvSpPr>
          <p:cNvPr id="5" name="AutoShape 5"/>
          <p:cNvSpPr/>
          <p:nvPr/>
        </p:nvSpPr>
        <p:spPr>
          <a:xfrm flipH="1">
            <a:off x="4265231" y="1371600"/>
            <a:ext cx="7401711" cy="731098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1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Week 1-2: API setup and data architecture.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38469" y="2292329"/>
            <a:ext cx="1058970" cy="7087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179337" y="2230757"/>
            <a:ext cx="7594397" cy="1008000"/>
          </a:xfrm>
          <a:prstGeom prst="rect">
            <a:avLst/>
          </a:prstGeom>
          <a:solidFill>
            <a:schemeClr val="accent2">
              <a:alpha val="10000"/>
            </a:schemeClr>
          </a:solidFill>
          <a:ln w="12700" cap="rnd">
            <a:solidFill>
              <a:schemeClr val="accent2"/>
            </a:solidFill>
            <a:prstDash val="solid"/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 flipH="1">
            <a:off x="4265233" y="2277476"/>
            <a:ext cx="7401711" cy="307777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Phase 2: ETL Pipeline &amp; Database</a:t>
            </a:r>
          </a:p>
        </p:txBody>
      </p:sp>
      <p:sp>
        <p:nvSpPr>
          <p:cNvPr id="9" name="AutoShape 9"/>
          <p:cNvSpPr/>
          <p:nvPr/>
        </p:nvSpPr>
        <p:spPr>
          <a:xfrm flipH="1">
            <a:off x="4265231" y="2483931"/>
            <a:ext cx="7401711" cy="731098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1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Week 3-4: ETL pipeline and database setup.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38469" y="3404660"/>
            <a:ext cx="1058970" cy="7087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179337" y="3343086"/>
            <a:ext cx="7594397" cy="10080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 cap="rnd">
            <a:solidFill>
              <a:schemeClr val="accent1"/>
            </a:solidFill>
            <a:prstDash val="solid"/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 flipH="1">
            <a:off x="4265233" y="3389805"/>
            <a:ext cx="7401711" cy="307777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Phase 3: Analytics &amp; ML Models</a:t>
            </a:r>
          </a:p>
        </p:txBody>
      </p:sp>
      <p:sp>
        <p:nvSpPr>
          <p:cNvPr id="13" name="AutoShape 13"/>
          <p:cNvSpPr/>
          <p:nvPr/>
        </p:nvSpPr>
        <p:spPr>
          <a:xfrm flipH="1">
            <a:off x="4265231" y="3596260"/>
            <a:ext cx="7401711" cy="731098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1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Week 5-6: Analytics and machine learning models development.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38469" y="4523663"/>
            <a:ext cx="1058970" cy="7087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179337" y="4462091"/>
            <a:ext cx="7594397" cy="1008000"/>
          </a:xfrm>
          <a:prstGeom prst="rect">
            <a:avLst/>
          </a:prstGeom>
          <a:solidFill>
            <a:schemeClr val="accent2">
              <a:alpha val="10000"/>
            </a:schemeClr>
          </a:solidFill>
          <a:ln w="12700" cap="rnd">
            <a:solidFill>
              <a:schemeClr val="accent2"/>
            </a:solidFill>
            <a:prstDash val="solid"/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6" name="AutoShape 16"/>
          <p:cNvSpPr/>
          <p:nvPr/>
        </p:nvSpPr>
        <p:spPr>
          <a:xfrm flipH="1">
            <a:off x="4265233" y="4508810"/>
            <a:ext cx="7401711" cy="307777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Phase 4: Dashboard Development</a:t>
            </a:r>
          </a:p>
        </p:txBody>
      </p:sp>
      <p:sp>
        <p:nvSpPr>
          <p:cNvPr id="17" name="AutoShape 17"/>
          <p:cNvSpPr/>
          <p:nvPr/>
        </p:nvSpPr>
        <p:spPr>
          <a:xfrm flipH="1">
            <a:off x="4265231" y="4715265"/>
            <a:ext cx="7401711" cy="731098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1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Week 7-8: Dashboard development.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38469" y="5662687"/>
            <a:ext cx="1058970" cy="7087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179337" y="5601115"/>
            <a:ext cx="7594397" cy="10080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 cap="rnd">
            <a:solidFill>
              <a:schemeClr val="accent1"/>
            </a:solidFill>
            <a:prstDash val="solid"/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20" name="AutoShape 20"/>
          <p:cNvSpPr/>
          <p:nvPr/>
        </p:nvSpPr>
        <p:spPr>
          <a:xfrm flipH="1">
            <a:off x="4265233" y="5647834"/>
            <a:ext cx="7401711" cy="307777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400" b="1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Phase 5: Testing &amp; Deployment</a:t>
            </a:r>
          </a:p>
        </p:txBody>
      </p:sp>
      <p:sp>
        <p:nvSpPr>
          <p:cNvPr id="21" name="AutoShape 21"/>
          <p:cNvSpPr/>
          <p:nvPr/>
        </p:nvSpPr>
        <p:spPr>
          <a:xfrm flipH="1">
            <a:off x="4265231" y="5854289"/>
            <a:ext cx="7401711" cy="731098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100" b="0" i="0" u="none" baseline="0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Week 9+: Testing, deployment, and optimization.</a:t>
            </a:r>
          </a:p>
        </p:txBody>
      </p:sp>
      <p:pic>
        <p:nvPicPr>
          <p:cNvPr id="22" name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4528" y="2299347"/>
            <a:ext cx="2867895" cy="3077083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5678" y="233570"/>
            <a:ext cx="10813222" cy="81192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square" lIns="0" tIns="0" rIns="0" bIns="0" anchor="ctr"/>
          <a:lstStyle/>
          <a:p>
            <a:pPr marL="0" algn="l">
              <a:lnSpc>
                <a:spcPct val="125000"/>
              </a:lnSpc>
            </a:pPr>
            <a:r>
              <a:rPr 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Project Phases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6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7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Challenges &amp; Solutions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15</a:t>
            </a:r>
            <a:endParaRPr lang="en-US" sz="110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Overcoming Obstacles</a:t>
            </a:r>
          </a:p>
        </p:txBody>
      </p:sp>
      <p:sp>
        <p:nvSpPr>
          <p:cNvPr id="3" name="AutoShape 3"/>
          <p:cNvSpPr/>
          <p:nvPr/>
        </p:nvSpPr>
        <p:spPr>
          <a:xfrm>
            <a:off x="6389735" y="1613923"/>
            <a:ext cx="5123712" cy="1023317"/>
          </a:xfrm>
          <a:prstGeom prst="rect">
            <a:avLst/>
          </a:prstGeom>
          <a:noFill/>
        </p:spPr>
        <p:txBody>
          <a:bodyPr vert="horz" wrap="square" lIns="91412" tIns="45700" rIns="91412" bIns="457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Implement caching and queue systems for API rate limits, and validation rules &amp; anomaly detection for data quality.</a:t>
            </a:r>
          </a:p>
        </p:txBody>
      </p:sp>
      <p:sp>
        <p:nvSpPr>
          <p:cNvPr id="4" name="AutoShape 4"/>
          <p:cNvSpPr/>
          <p:nvPr/>
        </p:nvSpPr>
        <p:spPr>
          <a:xfrm>
            <a:off x="6399707" y="1245352"/>
            <a:ext cx="5120779" cy="338514"/>
          </a:xfrm>
          <a:prstGeom prst="rect">
            <a:avLst/>
          </a:prstGeom>
          <a:noFill/>
        </p:spPr>
        <p:txBody>
          <a:bodyPr vert="horz" wrap="square" lIns="91412" tIns="45700" rIns="91412" bIns="45700" anchor="ctr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API Rate Limits and Data Quality</a:t>
            </a:r>
          </a:p>
        </p:txBody>
      </p:sp>
      <p:sp>
        <p:nvSpPr>
          <p:cNvPr id="5" name="AutoShape 5"/>
          <p:cNvSpPr/>
          <p:nvPr/>
        </p:nvSpPr>
        <p:spPr>
          <a:xfrm>
            <a:off x="5780434" y="1418686"/>
            <a:ext cx="515816" cy="515816"/>
          </a:xfrm>
          <a:prstGeom prst="ellipse">
            <a:avLst/>
          </a:prstGeom>
          <a:solidFill>
            <a:srgbClr val="7683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5931071" y="1574777"/>
            <a:ext cx="214542" cy="20363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89735" y="3317363"/>
            <a:ext cx="5123712" cy="1023317"/>
          </a:xfrm>
          <a:prstGeom prst="rect">
            <a:avLst/>
          </a:prstGeom>
          <a:noFill/>
        </p:spPr>
        <p:txBody>
          <a:bodyPr vert="horz" wrap="square" lIns="91412" tIns="45700" rIns="91412" bIns="457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Use stream processing (Kafka/Spark) for real-time processing, and ensure GDPR compliance &amp; encryption for data privacy.</a:t>
            </a:r>
          </a:p>
        </p:txBody>
      </p:sp>
      <p:sp>
        <p:nvSpPr>
          <p:cNvPr id="8" name="AutoShape 8"/>
          <p:cNvSpPr/>
          <p:nvPr/>
        </p:nvSpPr>
        <p:spPr>
          <a:xfrm>
            <a:off x="6399707" y="2948792"/>
            <a:ext cx="5120779" cy="338514"/>
          </a:xfrm>
          <a:prstGeom prst="rect">
            <a:avLst/>
          </a:prstGeom>
          <a:noFill/>
        </p:spPr>
        <p:txBody>
          <a:bodyPr vert="horz" wrap="square" lIns="91412" tIns="45700" rIns="91412" bIns="45700" anchor="ctr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Real-time Processing and Data Privacy</a:t>
            </a:r>
          </a:p>
        </p:txBody>
      </p:sp>
      <p:sp>
        <p:nvSpPr>
          <p:cNvPr id="9" name="AutoShape 9"/>
          <p:cNvSpPr/>
          <p:nvPr/>
        </p:nvSpPr>
        <p:spPr>
          <a:xfrm>
            <a:off x="5780434" y="3122126"/>
            <a:ext cx="515816" cy="515816"/>
          </a:xfrm>
          <a:prstGeom prst="ellipse">
            <a:avLst/>
          </a:prstGeom>
          <a:solidFill>
            <a:srgbClr val="7683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931071" y="3286049"/>
            <a:ext cx="214542" cy="18797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03664" y="5105715"/>
            <a:ext cx="5123712" cy="1023317"/>
          </a:xfrm>
          <a:prstGeom prst="rect">
            <a:avLst/>
          </a:prstGeom>
          <a:noFill/>
        </p:spPr>
        <p:txBody>
          <a:bodyPr vert="horz" wrap="square" lIns="91412" tIns="45700" rIns="91412" bIns="457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Cloud infrastructure and load balancing ensure scalability.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399710" y="4737144"/>
            <a:ext cx="5120779" cy="338514"/>
          </a:xfrm>
          <a:prstGeom prst="rect">
            <a:avLst/>
          </a:prstGeom>
          <a:noFill/>
        </p:spPr>
        <p:txBody>
          <a:bodyPr vert="horz" wrap="square" lIns="91412" tIns="45700" rIns="91412" bIns="45700" anchor="ctr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Scalability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790410" y="4910478"/>
            <a:ext cx="515816" cy="515816"/>
          </a:xfrm>
          <a:prstGeom prst="ellipse">
            <a:avLst/>
          </a:prstGeom>
          <a:solidFill>
            <a:srgbClr val="7683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961405" y="5061870"/>
            <a:ext cx="173826" cy="21303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cxnSp>
        <p:nvCxnSpPr>
          <p:cNvPr id="15" name="Connector 15"/>
          <p:cNvCxnSpPr/>
          <p:nvPr/>
        </p:nvCxnSpPr>
        <p:spPr>
          <a:xfrm>
            <a:off x="5411498" y="1130300"/>
            <a:ext cx="0" cy="4998732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6" name="Connector 16"/>
          <p:cNvCxnSpPr/>
          <p:nvPr/>
        </p:nvCxnSpPr>
        <p:spPr>
          <a:xfrm>
            <a:off x="6500434" y="2780008"/>
            <a:ext cx="3751723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7" name="Connector 17"/>
          <p:cNvCxnSpPr/>
          <p:nvPr/>
        </p:nvCxnSpPr>
        <p:spPr>
          <a:xfrm>
            <a:off x="6500434" y="4596015"/>
            <a:ext cx="3751723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18" name="Freeform 18"/>
          <p:cNvSpPr/>
          <p:nvPr/>
        </p:nvSpPr>
        <p:spPr>
          <a:xfrm rot="18900000">
            <a:off x="2336843" y="1411245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 rot="18900000">
            <a:off x="3664261" y="2736478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 rot="18900000">
            <a:off x="3190552" y="2255521"/>
            <a:ext cx="923985" cy="9491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 rot="18900000">
            <a:off x="2242663" y="2823942"/>
            <a:ext cx="1309121" cy="1309121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 rot="18900000">
            <a:off x="3570080" y="4149175"/>
            <a:ext cx="1309121" cy="1309121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 rot="18900000">
            <a:off x="3096371" y="3668218"/>
            <a:ext cx="923984" cy="9491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 rot="18900000">
            <a:off x="826086" y="2905680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 rot="18900000">
            <a:off x="2153504" y="4230914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 rot="18900000">
            <a:off x="1679795" y="3749957"/>
            <a:ext cx="923984" cy="9491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4067048" y="3142330"/>
            <a:ext cx="522451" cy="503142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2755181" y="1841799"/>
            <a:ext cx="460986" cy="443948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2646146" y="4691087"/>
            <a:ext cx="371729" cy="357990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 lnSpcReduction="10000"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1304273" y="3398329"/>
            <a:ext cx="394553" cy="379970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 rot="16200000">
            <a:off x="2626108" y="3190739"/>
            <a:ext cx="587546" cy="601470"/>
          </a:xfrm>
          <a:custGeom>
            <a:avLst/>
            <a:gdLst/>
            <a:ahLst/>
            <a:cxnLst/>
            <a:rect l="l" t="t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Results &amp; Impact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16</a:t>
            </a:r>
            <a:endParaRPr lang="en-US" sz="110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73100" y="1690905"/>
            <a:ext cx="10845800" cy="4302808"/>
          </a:xfrm>
          <a:prstGeom prst="donut">
            <a:avLst>
              <a:gd name="adj" fmla="val 10299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lumMod val="95000"/>
                </a:srgbClr>
              </a:gs>
            </a:gsLst>
            <a:lin ang="5400000"/>
          </a:gra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667374" y="1819169"/>
            <a:ext cx="857252" cy="85725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866948" y="2009670"/>
            <a:ext cx="458104" cy="476248"/>
          </a:xfrm>
          <a:custGeom>
            <a:avLst/>
            <a:gdLst/>
            <a:ahLst/>
            <a:cxnLst/>
            <a:rect l="l" t="t" r="r" b="b"/>
            <a:pathLst>
              <a:path w="584423" h="607568">
                <a:moveTo>
                  <a:pt x="466115" y="268189"/>
                </a:moveTo>
                <a:cubicBezTo>
                  <a:pt x="470571" y="266808"/>
                  <a:pt x="475334" y="267575"/>
                  <a:pt x="479022" y="270337"/>
                </a:cubicBezTo>
                <a:lnTo>
                  <a:pt x="502991" y="288288"/>
                </a:lnTo>
                <a:lnTo>
                  <a:pt x="527113" y="270337"/>
                </a:lnTo>
                <a:cubicBezTo>
                  <a:pt x="530647" y="267575"/>
                  <a:pt x="535410" y="266808"/>
                  <a:pt x="539866" y="268189"/>
                </a:cubicBezTo>
                <a:cubicBezTo>
                  <a:pt x="539866" y="268189"/>
                  <a:pt x="551850" y="271871"/>
                  <a:pt x="552004" y="271871"/>
                </a:cubicBezTo>
                <a:cubicBezTo>
                  <a:pt x="571363" y="278315"/>
                  <a:pt x="584423" y="296420"/>
                  <a:pt x="584423" y="316826"/>
                </a:cubicBezTo>
                <a:lnTo>
                  <a:pt x="584423" y="389092"/>
                </a:lnTo>
                <a:cubicBezTo>
                  <a:pt x="584423" y="391854"/>
                  <a:pt x="583655" y="394615"/>
                  <a:pt x="582118" y="396917"/>
                </a:cubicBezTo>
                <a:lnTo>
                  <a:pt x="557842" y="433894"/>
                </a:lnTo>
                <a:lnTo>
                  <a:pt x="557842" y="530708"/>
                </a:lnTo>
                <a:cubicBezTo>
                  <a:pt x="557842" y="538686"/>
                  <a:pt x="551389" y="544977"/>
                  <a:pt x="543553" y="544977"/>
                </a:cubicBezTo>
                <a:lnTo>
                  <a:pt x="462428" y="544977"/>
                </a:lnTo>
                <a:cubicBezTo>
                  <a:pt x="454592" y="544977"/>
                  <a:pt x="448139" y="538686"/>
                  <a:pt x="448139" y="530708"/>
                </a:cubicBezTo>
                <a:lnTo>
                  <a:pt x="448139" y="433894"/>
                </a:lnTo>
                <a:lnTo>
                  <a:pt x="423863" y="396917"/>
                </a:lnTo>
                <a:cubicBezTo>
                  <a:pt x="422326" y="394615"/>
                  <a:pt x="421558" y="391854"/>
                  <a:pt x="421558" y="389092"/>
                </a:cubicBezTo>
                <a:lnTo>
                  <a:pt x="421558" y="316826"/>
                </a:lnTo>
                <a:cubicBezTo>
                  <a:pt x="421558" y="296420"/>
                  <a:pt x="434618" y="278315"/>
                  <a:pt x="453977" y="271871"/>
                </a:cubicBezTo>
                <a:cubicBezTo>
                  <a:pt x="454131" y="271871"/>
                  <a:pt x="466115" y="268189"/>
                  <a:pt x="466115" y="268189"/>
                </a:cubicBezTo>
                <a:close/>
                <a:moveTo>
                  <a:pt x="44557" y="268189"/>
                </a:moveTo>
                <a:cubicBezTo>
                  <a:pt x="49013" y="266808"/>
                  <a:pt x="53776" y="267575"/>
                  <a:pt x="57310" y="270337"/>
                </a:cubicBezTo>
                <a:lnTo>
                  <a:pt x="81432" y="288288"/>
                </a:lnTo>
                <a:lnTo>
                  <a:pt x="105401" y="270337"/>
                </a:lnTo>
                <a:cubicBezTo>
                  <a:pt x="109089" y="267575"/>
                  <a:pt x="113852" y="266808"/>
                  <a:pt x="118308" y="268189"/>
                </a:cubicBezTo>
                <a:cubicBezTo>
                  <a:pt x="118308" y="268189"/>
                  <a:pt x="130292" y="271871"/>
                  <a:pt x="130446" y="271871"/>
                </a:cubicBezTo>
                <a:cubicBezTo>
                  <a:pt x="149805" y="278315"/>
                  <a:pt x="162865" y="296420"/>
                  <a:pt x="162865" y="316826"/>
                </a:cubicBezTo>
                <a:lnTo>
                  <a:pt x="162865" y="389092"/>
                </a:lnTo>
                <a:cubicBezTo>
                  <a:pt x="162865" y="391854"/>
                  <a:pt x="162097" y="394615"/>
                  <a:pt x="160560" y="396917"/>
                </a:cubicBezTo>
                <a:lnTo>
                  <a:pt x="136284" y="433894"/>
                </a:lnTo>
                <a:lnTo>
                  <a:pt x="136284" y="530708"/>
                </a:lnTo>
                <a:cubicBezTo>
                  <a:pt x="136284" y="538686"/>
                  <a:pt x="129831" y="544977"/>
                  <a:pt x="121995" y="544977"/>
                </a:cubicBezTo>
                <a:lnTo>
                  <a:pt x="40870" y="544977"/>
                </a:lnTo>
                <a:cubicBezTo>
                  <a:pt x="33034" y="544977"/>
                  <a:pt x="26581" y="538686"/>
                  <a:pt x="26581" y="530708"/>
                </a:cubicBezTo>
                <a:lnTo>
                  <a:pt x="26581" y="433894"/>
                </a:lnTo>
                <a:lnTo>
                  <a:pt x="2305" y="396917"/>
                </a:lnTo>
                <a:cubicBezTo>
                  <a:pt x="768" y="394615"/>
                  <a:pt x="0" y="391854"/>
                  <a:pt x="0" y="389092"/>
                </a:cubicBezTo>
                <a:lnTo>
                  <a:pt x="0" y="316826"/>
                </a:lnTo>
                <a:cubicBezTo>
                  <a:pt x="0" y="296420"/>
                  <a:pt x="13060" y="278315"/>
                  <a:pt x="32419" y="271871"/>
                </a:cubicBezTo>
                <a:cubicBezTo>
                  <a:pt x="32573" y="271871"/>
                  <a:pt x="44557" y="268189"/>
                  <a:pt x="44557" y="268189"/>
                </a:cubicBezTo>
                <a:close/>
                <a:moveTo>
                  <a:pt x="283757" y="227644"/>
                </a:moveTo>
                <a:lnTo>
                  <a:pt x="300667" y="227644"/>
                </a:lnTo>
                <a:cubicBezTo>
                  <a:pt x="302973" y="227644"/>
                  <a:pt x="305126" y="228565"/>
                  <a:pt x="306663" y="230253"/>
                </a:cubicBezTo>
                <a:cubicBezTo>
                  <a:pt x="309123" y="232861"/>
                  <a:pt x="309430" y="236544"/>
                  <a:pt x="307739" y="239459"/>
                </a:cubicBezTo>
                <a:lnTo>
                  <a:pt x="298669" y="252962"/>
                </a:lnTo>
                <a:lnTo>
                  <a:pt x="302973" y="288561"/>
                </a:lnTo>
                <a:lnTo>
                  <a:pt x="294672" y="310810"/>
                </a:lnTo>
                <a:cubicBezTo>
                  <a:pt x="293749" y="312958"/>
                  <a:pt x="290675" y="312958"/>
                  <a:pt x="289752" y="310810"/>
                </a:cubicBezTo>
                <a:lnTo>
                  <a:pt x="281451" y="288561"/>
                </a:lnTo>
                <a:lnTo>
                  <a:pt x="285755" y="252962"/>
                </a:lnTo>
                <a:lnTo>
                  <a:pt x="276685" y="239459"/>
                </a:lnTo>
                <a:cubicBezTo>
                  <a:pt x="274994" y="236544"/>
                  <a:pt x="275302" y="232861"/>
                  <a:pt x="277761" y="230253"/>
                </a:cubicBezTo>
                <a:cubicBezTo>
                  <a:pt x="279299" y="228565"/>
                  <a:pt x="281451" y="227644"/>
                  <a:pt x="283757" y="227644"/>
                </a:cubicBezTo>
                <a:close/>
                <a:moveTo>
                  <a:pt x="243694" y="226776"/>
                </a:moveTo>
                <a:cubicBezTo>
                  <a:pt x="245999" y="226776"/>
                  <a:pt x="248150" y="228157"/>
                  <a:pt x="248918" y="230304"/>
                </a:cubicBezTo>
                <a:lnTo>
                  <a:pt x="285947" y="331870"/>
                </a:lnTo>
                <a:cubicBezTo>
                  <a:pt x="288098" y="337700"/>
                  <a:pt x="296395" y="337700"/>
                  <a:pt x="298546" y="331870"/>
                </a:cubicBezTo>
                <a:lnTo>
                  <a:pt x="335575" y="230304"/>
                </a:lnTo>
                <a:cubicBezTo>
                  <a:pt x="336651" y="227543"/>
                  <a:pt x="339570" y="226162"/>
                  <a:pt x="342336" y="226929"/>
                </a:cubicBezTo>
                <a:lnTo>
                  <a:pt x="360005" y="232299"/>
                </a:lnTo>
                <a:lnTo>
                  <a:pt x="360005" y="232452"/>
                </a:lnTo>
                <a:cubicBezTo>
                  <a:pt x="382438" y="239663"/>
                  <a:pt x="397495" y="260528"/>
                  <a:pt x="397495" y="284002"/>
                </a:cubicBezTo>
                <a:lnTo>
                  <a:pt x="397495" y="391704"/>
                </a:lnTo>
                <a:cubicBezTo>
                  <a:pt x="397495" y="392778"/>
                  <a:pt x="397188" y="393852"/>
                  <a:pt x="396573" y="394619"/>
                </a:cubicBezTo>
                <a:lnTo>
                  <a:pt x="358008" y="453379"/>
                </a:lnTo>
                <a:lnTo>
                  <a:pt x="358008" y="602045"/>
                </a:lnTo>
                <a:cubicBezTo>
                  <a:pt x="358008" y="605113"/>
                  <a:pt x="355549" y="607568"/>
                  <a:pt x="352476" y="607568"/>
                </a:cubicBezTo>
                <a:lnTo>
                  <a:pt x="232017" y="607568"/>
                </a:lnTo>
                <a:cubicBezTo>
                  <a:pt x="228944" y="607568"/>
                  <a:pt x="226485" y="605113"/>
                  <a:pt x="226485" y="602045"/>
                </a:cubicBezTo>
                <a:lnTo>
                  <a:pt x="226485" y="453379"/>
                </a:lnTo>
                <a:lnTo>
                  <a:pt x="187920" y="394619"/>
                </a:lnTo>
                <a:cubicBezTo>
                  <a:pt x="187305" y="393852"/>
                  <a:pt x="186998" y="392778"/>
                  <a:pt x="186998" y="391704"/>
                </a:cubicBezTo>
                <a:lnTo>
                  <a:pt x="186998" y="284309"/>
                </a:lnTo>
                <a:cubicBezTo>
                  <a:pt x="186998" y="260682"/>
                  <a:pt x="202055" y="239817"/>
                  <a:pt x="224488" y="232299"/>
                </a:cubicBezTo>
                <a:cubicBezTo>
                  <a:pt x="224488" y="232299"/>
                  <a:pt x="243233" y="226776"/>
                  <a:pt x="243694" y="226776"/>
                </a:cubicBezTo>
                <a:close/>
                <a:moveTo>
                  <a:pt x="503026" y="160466"/>
                </a:moveTo>
                <a:cubicBezTo>
                  <a:pt x="529508" y="160466"/>
                  <a:pt x="550975" y="181870"/>
                  <a:pt x="550975" y="208274"/>
                </a:cubicBezTo>
                <a:cubicBezTo>
                  <a:pt x="550975" y="234678"/>
                  <a:pt x="529508" y="256082"/>
                  <a:pt x="503026" y="256082"/>
                </a:cubicBezTo>
                <a:cubicBezTo>
                  <a:pt x="476544" y="256082"/>
                  <a:pt x="455077" y="234678"/>
                  <a:pt x="455077" y="208274"/>
                </a:cubicBezTo>
                <a:cubicBezTo>
                  <a:pt x="455077" y="181870"/>
                  <a:pt x="476544" y="160466"/>
                  <a:pt x="503026" y="160466"/>
                </a:cubicBezTo>
                <a:close/>
                <a:moveTo>
                  <a:pt x="81397" y="160466"/>
                </a:moveTo>
                <a:cubicBezTo>
                  <a:pt x="107879" y="160466"/>
                  <a:pt x="129346" y="181870"/>
                  <a:pt x="129346" y="208274"/>
                </a:cubicBezTo>
                <a:cubicBezTo>
                  <a:pt x="129346" y="234678"/>
                  <a:pt x="107879" y="256082"/>
                  <a:pt x="81397" y="256082"/>
                </a:cubicBezTo>
                <a:cubicBezTo>
                  <a:pt x="54915" y="256082"/>
                  <a:pt x="33448" y="234678"/>
                  <a:pt x="33448" y="208274"/>
                </a:cubicBezTo>
                <a:cubicBezTo>
                  <a:pt x="33448" y="181870"/>
                  <a:pt x="54915" y="160466"/>
                  <a:pt x="81397" y="160466"/>
                </a:cubicBezTo>
                <a:close/>
                <a:moveTo>
                  <a:pt x="292212" y="79174"/>
                </a:moveTo>
                <a:cubicBezTo>
                  <a:pt x="326313" y="79174"/>
                  <a:pt x="353957" y="106786"/>
                  <a:pt x="353957" y="140848"/>
                </a:cubicBezTo>
                <a:cubicBezTo>
                  <a:pt x="353957" y="174910"/>
                  <a:pt x="326313" y="202522"/>
                  <a:pt x="292212" y="202522"/>
                </a:cubicBezTo>
                <a:cubicBezTo>
                  <a:pt x="258111" y="202522"/>
                  <a:pt x="230467" y="174910"/>
                  <a:pt x="230467" y="140848"/>
                </a:cubicBezTo>
                <a:cubicBezTo>
                  <a:pt x="230467" y="106786"/>
                  <a:pt x="258111" y="79174"/>
                  <a:pt x="292212" y="79174"/>
                </a:cubicBezTo>
                <a:close/>
                <a:moveTo>
                  <a:pt x="292212" y="0"/>
                </a:moveTo>
                <a:cubicBezTo>
                  <a:pt x="376247" y="0"/>
                  <a:pt x="453677" y="38346"/>
                  <a:pt x="504683" y="105068"/>
                </a:cubicBezTo>
                <a:cubicBezTo>
                  <a:pt x="509906" y="111817"/>
                  <a:pt x="508523" y="121481"/>
                  <a:pt x="501764" y="126542"/>
                </a:cubicBezTo>
                <a:cubicBezTo>
                  <a:pt x="498998" y="128690"/>
                  <a:pt x="495772" y="129610"/>
                  <a:pt x="492546" y="129610"/>
                </a:cubicBezTo>
                <a:cubicBezTo>
                  <a:pt x="487937" y="129610"/>
                  <a:pt x="483328" y="127616"/>
                  <a:pt x="480409" y="123628"/>
                </a:cubicBezTo>
                <a:cubicBezTo>
                  <a:pt x="435088" y="64575"/>
                  <a:pt x="366569" y="30677"/>
                  <a:pt x="292212" y="30677"/>
                </a:cubicBezTo>
                <a:cubicBezTo>
                  <a:pt x="217854" y="30677"/>
                  <a:pt x="149335" y="64575"/>
                  <a:pt x="104014" y="123628"/>
                </a:cubicBezTo>
                <a:cubicBezTo>
                  <a:pt x="98944" y="130377"/>
                  <a:pt x="89265" y="131604"/>
                  <a:pt x="82659" y="126542"/>
                </a:cubicBezTo>
                <a:cubicBezTo>
                  <a:pt x="75900" y="121481"/>
                  <a:pt x="74517" y="111817"/>
                  <a:pt x="79740" y="105068"/>
                </a:cubicBezTo>
                <a:cubicBezTo>
                  <a:pt x="130746" y="38346"/>
                  <a:pt x="208176" y="0"/>
                  <a:pt x="292212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718333" y="1283387"/>
            <a:ext cx="755336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sz="2000" b="1" i="1" u="sng" baseline="0">
                <a:solidFill>
                  <a:srgbClr val="000000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6096000" y="2676419"/>
            <a:ext cx="0" cy="278078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7" name="TextBox 7"/>
          <p:cNvSpPr txBox="1"/>
          <p:nvPr/>
        </p:nvSpPr>
        <p:spPr>
          <a:xfrm>
            <a:off x="4542301" y="2855135"/>
            <a:ext cx="3195638" cy="33855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Reports and Records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41218" y="2291185"/>
            <a:ext cx="857252" cy="857250"/>
          </a:xfrm>
          <a:prstGeom prst="ellipse">
            <a:avLst/>
          </a:prstGeom>
          <a:solidFill>
            <a:schemeClr val="accent2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2340792" y="2481686"/>
            <a:ext cx="458104" cy="476248"/>
          </a:xfrm>
          <a:custGeom>
            <a:avLst/>
            <a:gdLst/>
            <a:ahLst/>
            <a:cxnLst/>
            <a:rect l="l" t="t" r="r" b="b"/>
            <a:pathLst>
              <a:path w="584423" h="607568">
                <a:moveTo>
                  <a:pt x="466115" y="268189"/>
                </a:moveTo>
                <a:cubicBezTo>
                  <a:pt x="470571" y="266808"/>
                  <a:pt x="475334" y="267575"/>
                  <a:pt x="479022" y="270337"/>
                </a:cubicBezTo>
                <a:lnTo>
                  <a:pt x="502991" y="288288"/>
                </a:lnTo>
                <a:lnTo>
                  <a:pt x="527113" y="270337"/>
                </a:lnTo>
                <a:cubicBezTo>
                  <a:pt x="530647" y="267575"/>
                  <a:pt x="535410" y="266808"/>
                  <a:pt x="539866" y="268189"/>
                </a:cubicBezTo>
                <a:cubicBezTo>
                  <a:pt x="539866" y="268189"/>
                  <a:pt x="551850" y="271871"/>
                  <a:pt x="552004" y="271871"/>
                </a:cubicBezTo>
                <a:cubicBezTo>
                  <a:pt x="571363" y="278315"/>
                  <a:pt x="584423" y="296420"/>
                  <a:pt x="584423" y="316826"/>
                </a:cubicBezTo>
                <a:lnTo>
                  <a:pt x="584423" y="389092"/>
                </a:lnTo>
                <a:cubicBezTo>
                  <a:pt x="584423" y="391854"/>
                  <a:pt x="583655" y="394615"/>
                  <a:pt x="582118" y="396917"/>
                </a:cubicBezTo>
                <a:lnTo>
                  <a:pt x="557842" y="433894"/>
                </a:lnTo>
                <a:lnTo>
                  <a:pt x="557842" y="530708"/>
                </a:lnTo>
                <a:cubicBezTo>
                  <a:pt x="557842" y="538686"/>
                  <a:pt x="551389" y="544977"/>
                  <a:pt x="543553" y="544977"/>
                </a:cubicBezTo>
                <a:lnTo>
                  <a:pt x="462428" y="544977"/>
                </a:lnTo>
                <a:cubicBezTo>
                  <a:pt x="454592" y="544977"/>
                  <a:pt x="448139" y="538686"/>
                  <a:pt x="448139" y="530708"/>
                </a:cubicBezTo>
                <a:lnTo>
                  <a:pt x="448139" y="433894"/>
                </a:lnTo>
                <a:lnTo>
                  <a:pt x="423863" y="396917"/>
                </a:lnTo>
                <a:cubicBezTo>
                  <a:pt x="422326" y="394615"/>
                  <a:pt x="421558" y="391854"/>
                  <a:pt x="421558" y="389092"/>
                </a:cubicBezTo>
                <a:lnTo>
                  <a:pt x="421558" y="316826"/>
                </a:lnTo>
                <a:cubicBezTo>
                  <a:pt x="421558" y="296420"/>
                  <a:pt x="434618" y="278315"/>
                  <a:pt x="453977" y="271871"/>
                </a:cubicBezTo>
                <a:cubicBezTo>
                  <a:pt x="454131" y="271871"/>
                  <a:pt x="466115" y="268189"/>
                  <a:pt x="466115" y="268189"/>
                </a:cubicBezTo>
                <a:close/>
                <a:moveTo>
                  <a:pt x="44557" y="268189"/>
                </a:moveTo>
                <a:cubicBezTo>
                  <a:pt x="49013" y="266808"/>
                  <a:pt x="53776" y="267575"/>
                  <a:pt x="57310" y="270337"/>
                </a:cubicBezTo>
                <a:lnTo>
                  <a:pt x="81432" y="288288"/>
                </a:lnTo>
                <a:lnTo>
                  <a:pt x="105401" y="270337"/>
                </a:lnTo>
                <a:cubicBezTo>
                  <a:pt x="109089" y="267575"/>
                  <a:pt x="113852" y="266808"/>
                  <a:pt x="118308" y="268189"/>
                </a:cubicBezTo>
                <a:cubicBezTo>
                  <a:pt x="118308" y="268189"/>
                  <a:pt x="130292" y="271871"/>
                  <a:pt x="130446" y="271871"/>
                </a:cubicBezTo>
                <a:cubicBezTo>
                  <a:pt x="149805" y="278315"/>
                  <a:pt x="162865" y="296420"/>
                  <a:pt x="162865" y="316826"/>
                </a:cubicBezTo>
                <a:lnTo>
                  <a:pt x="162865" y="389092"/>
                </a:lnTo>
                <a:cubicBezTo>
                  <a:pt x="162865" y="391854"/>
                  <a:pt x="162097" y="394615"/>
                  <a:pt x="160560" y="396917"/>
                </a:cubicBezTo>
                <a:lnTo>
                  <a:pt x="136284" y="433894"/>
                </a:lnTo>
                <a:lnTo>
                  <a:pt x="136284" y="530708"/>
                </a:lnTo>
                <a:cubicBezTo>
                  <a:pt x="136284" y="538686"/>
                  <a:pt x="129831" y="544977"/>
                  <a:pt x="121995" y="544977"/>
                </a:cubicBezTo>
                <a:lnTo>
                  <a:pt x="40870" y="544977"/>
                </a:lnTo>
                <a:cubicBezTo>
                  <a:pt x="33034" y="544977"/>
                  <a:pt x="26581" y="538686"/>
                  <a:pt x="26581" y="530708"/>
                </a:cubicBezTo>
                <a:lnTo>
                  <a:pt x="26581" y="433894"/>
                </a:lnTo>
                <a:lnTo>
                  <a:pt x="2305" y="396917"/>
                </a:lnTo>
                <a:cubicBezTo>
                  <a:pt x="768" y="394615"/>
                  <a:pt x="0" y="391854"/>
                  <a:pt x="0" y="389092"/>
                </a:cubicBezTo>
                <a:lnTo>
                  <a:pt x="0" y="316826"/>
                </a:lnTo>
                <a:cubicBezTo>
                  <a:pt x="0" y="296420"/>
                  <a:pt x="13060" y="278315"/>
                  <a:pt x="32419" y="271871"/>
                </a:cubicBezTo>
                <a:cubicBezTo>
                  <a:pt x="32573" y="271871"/>
                  <a:pt x="44557" y="268189"/>
                  <a:pt x="44557" y="268189"/>
                </a:cubicBezTo>
                <a:close/>
                <a:moveTo>
                  <a:pt x="283757" y="227644"/>
                </a:moveTo>
                <a:lnTo>
                  <a:pt x="300667" y="227644"/>
                </a:lnTo>
                <a:cubicBezTo>
                  <a:pt x="302973" y="227644"/>
                  <a:pt x="305126" y="228565"/>
                  <a:pt x="306663" y="230253"/>
                </a:cubicBezTo>
                <a:cubicBezTo>
                  <a:pt x="309123" y="232861"/>
                  <a:pt x="309430" y="236544"/>
                  <a:pt x="307739" y="239459"/>
                </a:cubicBezTo>
                <a:lnTo>
                  <a:pt x="298669" y="252962"/>
                </a:lnTo>
                <a:lnTo>
                  <a:pt x="302973" y="288561"/>
                </a:lnTo>
                <a:lnTo>
                  <a:pt x="294672" y="310810"/>
                </a:lnTo>
                <a:cubicBezTo>
                  <a:pt x="293749" y="312958"/>
                  <a:pt x="290675" y="312958"/>
                  <a:pt x="289752" y="310810"/>
                </a:cubicBezTo>
                <a:lnTo>
                  <a:pt x="281451" y="288561"/>
                </a:lnTo>
                <a:lnTo>
                  <a:pt x="285755" y="252962"/>
                </a:lnTo>
                <a:lnTo>
                  <a:pt x="276685" y="239459"/>
                </a:lnTo>
                <a:cubicBezTo>
                  <a:pt x="274994" y="236544"/>
                  <a:pt x="275302" y="232861"/>
                  <a:pt x="277761" y="230253"/>
                </a:cubicBezTo>
                <a:cubicBezTo>
                  <a:pt x="279299" y="228565"/>
                  <a:pt x="281451" y="227644"/>
                  <a:pt x="283757" y="227644"/>
                </a:cubicBezTo>
                <a:close/>
                <a:moveTo>
                  <a:pt x="243694" y="226776"/>
                </a:moveTo>
                <a:cubicBezTo>
                  <a:pt x="245999" y="226776"/>
                  <a:pt x="248150" y="228157"/>
                  <a:pt x="248918" y="230304"/>
                </a:cubicBezTo>
                <a:lnTo>
                  <a:pt x="285947" y="331870"/>
                </a:lnTo>
                <a:cubicBezTo>
                  <a:pt x="288098" y="337700"/>
                  <a:pt x="296395" y="337700"/>
                  <a:pt x="298546" y="331870"/>
                </a:cubicBezTo>
                <a:lnTo>
                  <a:pt x="335575" y="230304"/>
                </a:lnTo>
                <a:cubicBezTo>
                  <a:pt x="336651" y="227543"/>
                  <a:pt x="339570" y="226162"/>
                  <a:pt x="342336" y="226929"/>
                </a:cubicBezTo>
                <a:lnTo>
                  <a:pt x="360005" y="232299"/>
                </a:lnTo>
                <a:lnTo>
                  <a:pt x="360005" y="232452"/>
                </a:lnTo>
                <a:cubicBezTo>
                  <a:pt x="382438" y="239663"/>
                  <a:pt x="397495" y="260528"/>
                  <a:pt x="397495" y="284002"/>
                </a:cubicBezTo>
                <a:lnTo>
                  <a:pt x="397495" y="391704"/>
                </a:lnTo>
                <a:cubicBezTo>
                  <a:pt x="397495" y="392778"/>
                  <a:pt x="397188" y="393852"/>
                  <a:pt x="396573" y="394619"/>
                </a:cubicBezTo>
                <a:lnTo>
                  <a:pt x="358008" y="453379"/>
                </a:lnTo>
                <a:lnTo>
                  <a:pt x="358008" y="602045"/>
                </a:lnTo>
                <a:cubicBezTo>
                  <a:pt x="358008" y="605113"/>
                  <a:pt x="355549" y="607568"/>
                  <a:pt x="352476" y="607568"/>
                </a:cubicBezTo>
                <a:lnTo>
                  <a:pt x="232017" y="607568"/>
                </a:lnTo>
                <a:cubicBezTo>
                  <a:pt x="228944" y="607568"/>
                  <a:pt x="226485" y="605113"/>
                  <a:pt x="226485" y="602045"/>
                </a:cubicBezTo>
                <a:lnTo>
                  <a:pt x="226485" y="453379"/>
                </a:lnTo>
                <a:lnTo>
                  <a:pt x="187920" y="394619"/>
                </a:lnTo>
                <a:cubicBezTo>
                  <a:pt x="187305" y="393852"/>
                  <a:pt x="186998" y="392778"/>
                  <a:pt x="186998" y="391704"/>
                </a:cubicBezTo>
                <a:lnTo>
                  <a:pt x="186998" y="284309"/>
                </a:lnTo>
                <a:cubicBezTo>
                  <a:pt x="186998" y="260682"/>
                  <a:pt x="202055" y="239817"/>
                  <a:pt x="224488" y="232299"/>
                </a:cubicBezTo>
                <a:cubicBezTo>
                  <a:pt x="224488" y="232299"/>
                  <a:pt x="243233" y="226776"/>
                  <a:pt x="243694" y="226776"/>
                </a:cubicBezTo>
                <a:close/>
                <a:moveTo>
                  <a:pt x="503026" y="160466"/>
                </a:moveTo>
                <a:cubicBezTo>
                  <a:pt x="529508" y="160466"/>
                  <a:pt x="550975" y="181870"/>
                  <a:pt x="550975" y="208274"/>
                </a:cubicBezTo>
                <a:cubicBezTo>
                  <a:pt x="550975" y="234678"/>
                  <a:pt x="529508" y="256082"/>
                  <a:pt x="503026" y="256082"/>
                </a:cubicBezTo>
                <a:cubicBezTo>
                  <a:pt x="476544" y="256082"/>
                  <a:pt x="455077" y="234678"/>
                  <a:pt x="455077" y="208274"/>
                </a:cubicBezTo>
                <a:cubicBezTo>
                  <a:pt x="455077" y="181870"/>
                  <a:pt x="476544" y="160466"/>
                  <a:pt x="503026" y="160466"/>
                </a:cubicBezTo>
                <a:close/>
                <a:moveTo>
                  <a:pt x="81397" y="160466"/>
                </a:moveTo>
                <a:cubicBezTo>
                  <a:pt x="107879" y="160466"/>
                  <a:pt x="129346" y="181870"/>
                  <a:pt x="129346" y="208274"/>
                </a:cubicBezTo>
                <a:cubicBezTo>
                  <a:pt x="129346" y="234678"/>
                  <a:pt x="107879" y="256082"/>
                  <a:pt x="81397" y="256082"/>
                </a:cubicBezTo>
                <a:cubicBezTo>
                  <a:pt x="54915" y="256082"/>
                  <a:pt x="33448" y="234678"/>
                  <a:pt x="33448" y="208274"/>
                </a:cubicBezTo>
                <a:cubicBezTo>
                  <a:pt x="33448" y="181870"/>
                  <a:pt x="54915" y="160466"/>
                  <a:pt x="81397" y="160466"/>
                </a:cubicBezTo>
                <a:close/>
                <a:moveTo>
                  <a:pt x="292212" y="79174"/>
                </a:moveTo>
                <a:cubicBezTo>
                  <a:pt x="326313" y="79174"/>
                  <a:pt x="353957" y="106786"/>
                  <a:pt x="353957" y="140848"/>
                </a:cubicBezTo>
                <a:cubicBezTo>
                  <a:pt x="353957" y="174910"/>
                  <a:pt x="326313" y="202522"/>
                  <a:pt x="292212" y="202522"/>
                </a:cubicBezTo>
                <a:cubicBezTo>
                  <a:pt x="258111" y="202522"/>
                  <a:pt x="230467" y="174910"/>
                  <a:pt x="230467" y="140848"/>
                </a:cubicBezTo>
                <a:cubicBezTo>
                  <a:pt x="230467" y="106786"/>
                  <a:pt x="258111" y="79174"/>
                  <a:pt x="292212" y="79174"/>
                </a:cubicBezTo>
                <a:close/>
                <a:moveTo>
                  <a:pt x="292212" y="0"/>
                </a:moveTo>
                <a:cubicBezTo>
                  <a:pt x="376247" y="0"/>
                  <a:pt x="453677" y="38346"/>
                  <a:pt x="504683" y="105068"/>
                </a:cubicBezTo>
                <a:cubicBezTo>
                  <a:pt x="509906" y="111817"/>
                  <a:pt x="508523" y="121481"/>
                  <a:pt x="501764" y="126542"/>
                </a:cubicBezTo>
                <a:cubicBezTo>
                  <a:pt x="498998" y="128690"/>
                  <a:pt x="495772" y="129610"/>
                  <a:pt x="492546" y="129610"/>
                </a:cubicBezTo>
                <a:cubicBezTo>
                  <a:pt x="487937" y="129610"/>
                  <a:pt x="483328" y="127616"/>
                  <a:pt x="480409" y="123628"/>
                </a:cubicBezTo>
                <a:cubicBezTo>
                  <a:pt x="435088" y="64575"/>
                  <a:pt x="366569" y="30677"/>
                  <a:pt x="292212" y="30677"/>
                </a:cubicBezTo>
                <a:cubicBezTo>
                  <a:pt x="217854" y="30677"/>
                  <a:pt x="149335" y="64575"/>
                  <a:pt x="104014" y="123628"/>
                </a:cubicBezTo>
                <a:cubicBezTo>
                  <a:pt x="98944" y="130377"/>
                  <a:pt x="89265" y="131604"/>
                  <a:pt x="82659" y="126542"/>
                </a:cubicBezTo>
                <a:cubicBezTo>
                  <a:pt x="75900" y="121481"/>
                  <a:pt x="74517" y="111817"/>
                  <a:pt x="79740" y="105068"/>
                </a:cubicBezTo>
                <a:cubicBezTo>
                  <a:pt x="130746" y="38346"/>
                  <a:pt x="208176" y="0"/>
                  <a:pt x="292212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2192177" y="1755403"/>
            <a:ext cx="755335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b="1" i="1" u="sng" baseline="0">
                <a:solidFill>
                  <a:srgbClr val="000000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>
            <a:off x="2569844" y="3148435"/>
            <a:ext cx="0" cy="278078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12" name="AutoShape 12"/>
          <p:cNvSpPr/>
          <p:nvPr/>
        </p:nvSpPr>
        <p:spPr>
          <a:xfrm>
            <a:off x="973774" y="3874113"/>
            <a:ext cx="3195638" cy="166968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+mn-ea"/>
                <a:ea typeface="+mn-ea"/>
              </a:rPr>
              <a:t>95%+ accuracy in match predictions and real-time data availability with &lt;5 sec latency.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4552" y="3317606"/>
            <a:ext cx="3195638" cy="33855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Accuracy and Latency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193530" y="2291185"/>
            <a:ext cx="857252" cy="857250"/>
          </a:xfrm>
          <a:prstGeom prst="ellipse">
            <a:avLst/>
          </a:prstGeom>
          <a:solidFill>
            <a:schemeClr val="accent2"/>
          </a:solidFill>
          <a:ln w="5715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9393104" y="2481686"/>
            <a:ext cx="458104" cy="476248"/>
          </a:xfrm>
          <a:custGeom>
            <a:avLst/>
            <a:gdLst/>
            <a:ahLst/>
            <a:cxnLst/>
            <a:rect l="l" t="t" r="r" b="b"/>
            <a:pathLst>
              <a:path w="584423" h="607568">
                <a:moveTo>
                  <a:pt x="466115" y="268189"/>
                </a:moveTo>
                <a:cubicBezTo>
                  <a:pt x="470571" y="266808"/>
                  <a:pt x="475334" y="267575"/>
                  <a:pt x="479022" y="270337"/>
                </a:cubicBezTo>
                <a:lnTo>
                  <a:pt x="502991" y="288288"/>
                </a:lnTo>
                <a:lnTo>
                  <a:pt x="527113" y="270337"/>
                </a:lnTo>
                <a:cubicBezTo>
                  <a:pt x="530647" y="267575"/>
                  <a:pt x="535410" y="266808"/>
                  <a:pt x="539866" y="268189"/>
                </a:cubicBezTo>
                <a:cubicBezTo>
                  <a:pt x="539866" y="268189"/>
                  <a:pt x="551850" y="271871"/>
                  <a:pt x="552004" y="271871"/>
                </a:cubicBezTo>
                <a:cubicBezTo>
                  <a:pt x="571363" y="278315"/>
                  <a:pt x="584423" y="296420"/>
                  <a:pt x="584423" y="316826"/>
                </a:cubicBezTo>
                <a:lnTo>
                  <a:pt x="584423" y="389092"/>
                </a:lnTo>
                <a:cubicBezTo>
                  <a:pt x="584423" y="391854"/>
                  <a:pt x="583655" y="394615"/>
                  <a:pt x="582118" y="396917"/>
                </a:cubicBezTo>
                <a:lnTo>
                  <a:pt x="557842" y="433894"/>
                </a:lnTo>
                <a:lnTo>
                  <a:pt x="557842" y="530708"/>
                </a:lnTo>
                <a:cubicBezTo>
                  <a:pt x="557842" y="538686"/>
                  <a:pt x="551389" y="544977"/>
                  <a:pt x="543553" y="544977"/>
                </a:cubicBezTo>
                <a:lnTo>
                  <a:pt x="462428" y="544977"/>
                </a:lnTo>
                <a:cubicBezTo>
                  <a:pt x="454592" y="544977"/>
                  <a:pt x="448139" y="538686"/>
                  <a:pt x="448139" y="530708"/>
                </a:cubicBezTo>
                <a:lnTo>
                  <a:pt x="448139" y="433894"/>
                </a:lnTo>
                <a:lnTo>
                  <a:pt x="423863" y="396917"/>
                </a:lnTo>
                <a:cubicBezTo>
                  <a:pt x="422326" y="394615"/>
                  <a:pt x="421558" y="391854"/>
                  <a:pt x="421558" y="389092"/>
                </a:cubicBezTo>
                <a:lnTo>
                  <a:pt x="421558" y="316826"/>
                </a:lnTo>
                <a:cubicBezTo>
                  <a:pt x="421558" y="296420"/>
                  <a:pt x="434618" y="278315"/>
                  <a:pt x="453977" y="271871"/>
                </a:cubicBezTo>
                <a:cubicBezTo>
                  <a:pt x="454131" y="271871"/>
                  <a:pt x="466115" y="268189"/>
                  <a:pt x="466115" y="268189"/>
                </a:cubicBezTo>
                <a:close/>
                <a:moveTo>
                  <a:pt x="44557" y="268189"/>
                </a:moveTo>
                <a:cubicBezTo>
                  <a:pt x="49013" y="266808"/>
                  <a:pt x="53776" y="267575"/>
                  <a:pt x="57310" y="270337"/>
                </a:cubicBezTo>
                <a:lnTo>
                  <a:pt x="81432" y="288288"/>
                </a:lnTo>
                <a:lnTo>
                  <a:pt x="105401" y="270337"/>
                </a:lnTo>
                <a:cubicBezTo>
                  <a:pt x="109089" y="267575"/>
                  <a:pt x="113852" y="266808"/>
                  <a:pt x="118308" y="268189"/>
                </a:cubicBezTo>
                <a:cubicBezTo>
                  <a:pt x="118308" y="268189"/>
                  <a:pt x="130292" y="271871"/>
                  <a:pt x="130446" y="271871"/>
                </a:cubicBezTo>
                <a:cubicBezTo>
                  <a:pt x="149805" y="278315"/>
                  <a:pt x="162865" y="296420"/>
                  <a:pt x="162865" y="316826"/>
                </a:cubicBezTo>
                <a:lnTo>
                  <a:pt x="162865" y="389092"/>
                </a:lnTo>
                <a:cubicBezTo>
                  <a:pt x="162865" y="391854"/>
                  <a:pt x="162097" y="394615"/>
                  <a:pt x="160560" y="396917"/>
                </a:cubicBezTo>
                <a:lnTo>
                  <a:pt x="136284" y="433894"/>
                </a:lnTo>
                <a:lnTo>
                  <a:pt x="136284" y="530708"/>
                </a:lnTo>
                <a:cubicBezTo>
                  <a:pt x="136284" y="538686"/>
                  <a:pt x="129831" y="544977"/>
                  <a:pt x="121995" y="544977"/>
                </a:cubicBezTo>
                <a:lnTo>
                  <a:pt x="40870" y="544977"/>
                </a:lnTo>
                <a:cubicBezTo>
                  <a:pt x="33034" y="544977"/>
                  <a:pt x="26581" y="538686"/>
                  <a:pt x="26581" y="530708"/>
                </a:cubicBezTo>
                <a:lnTo>
                  <a:pt x="26581" y="433894"/>
                </a:lnTo>
                <a:lnTo>
                  <a:pt x="2305" y="396917"/>
                </a:lnTo>
                <a:cubicBezTo>
                  <a:pt x="768" y="394615"/>
                  <a:pt x="0" y="391854"/>
                  <a:pt x="0" y="389092"/>
                </a:cubicBezTo>
                <a:lnTo>
                  <a:pt x="0" y="316826"/>
                </a:lnTo>
                <a:cubicBezTo>
                  <a:pt x="0" y="296420"/>
                  <a:pt x="13060" y="278315"/>
                  <a:pt x="32419" y="271871"/>
                </a:cubicBezTo>
                <a:cubicBezTo>
                  <a:pt x="32573" y="271871"/>
                  <a:pt x="44557" y="268189"/>
                  <a:pt x="44557" y="268189"/>
                </a:cubicBezTo>
                <a:close/>
                <a:moveTo>
                  <a:pt x="283757" y="227644"/>
                </a:moveTo>
                <a:lnTo>
                  <a:pt x="300667" y="227644"/>
                </a:lnTo>
                <a:cubicBezTo>
                  <a:pt x="302973" y="227644"/>
                  <a:pt x="305126" y="228565"/>
                  <a:pt x="306663" y="230253"/>
                </a:cubicBezTo>
                <a:cubicBezTo>
                  <a:pt x="309123" y="232861"/>
                  <a:pt x="309430" y="236544"/>
                  <a:pt x="307739" y="239459"/>
                </a:cubicBezTo>
                <a:lnTo>
                  <a:pt x="298669" y="252962"/>
                </a:lnTo>
                <a:lnTo>
                  <a:pt x="302973" y="288561"/>
                </a:lnTo>
                <a:lnTo>
                  <a:pt x="294672" y="310810"/>
                </a:lnTo>
                <a:cubicBezTo>
                  <a:pt x="293749" y="312958"/>
                  <a:pt x="290675" y="312958"/>
                  <a:pt x="289752" y="310810"/>
                </a:cubicBezTo>
                <a:lnTo>
                  <a:pt x="281451" y="288561"/>
                </a:lnTo>
                <a:lnTo>
                  <a:pt x="285755" y="252962"/>
                </a:lnTo>
                <a:lnTo>
                  <a:pt x="276685" y="239459"/>
                </a:lnTo>
                <a:cubicBezTo>
                  <a:pt x="274994" y="236544"/>
                  <a:pt x="275302" y="232861"/>
                  <a:pt x="277761" y="230253"/>
                </a:cubicBezTo>
                <a:cubicBezTo>
                  <a:pt x="279299" y="228565"/>
                  <a:pt x="281451" y="227644"/>
                  <a:pt x="283757" y="227644"/>
                </a:cubicBezTo>
                <a:close/>
                <a:moveTo>
                  <a:pt x="243694" y="226776"/>
                </a:moveTo>
                <a:cubicBezTo>
                  <a:pt x="245999" y="226776"/>
                  <a:pt x="248150" y="228157"/>
                  <a:pt x="248918" y="230304"/>
                </a:cubicBezTo>
                <a:lnTo>
                  <a:pt x="285947" y="331870"/>
                </a:lnTo>
                <a:cubicBezTo>
                  <a:pt x="288098" y="337700"/>
                  <a:pt x="296395" y="337700"/>
                  <a:pt x="298546" y="331870"/>
                </a:cubicBezTo>
                <a:lnTo>
                  <a:pt x="335575" y="230304"/>
                </a:lnTo>
                <a:cubicBezTo>
                  <a:pt x="336651" y="227543"/>
                  <a:pt x="339570" y="226162"/>
                  <a:pt x="342336" y="226929"/>
                </a:cubicBezTo>
                <a:lnTo>
                  <a:pt x="360005" y="232299"/>
                </a:lnTo>
                <a:lnTo>
                  <a:pt x="360005" y="232452"/>
                </a:lnTo>
                <a:cubicBezTo>
                  <a:pt x="382438" y="239663"/>
                  <a:pt x="397495" y="260528"/>
                  <a:pt x="397495" y="284002"/>
                </a:cubicBezTo>
                <a:lnTo>
                  <a:pt x="397495" y="391704"/>
                </a:lnTo>
                <a:cubicBezTo>
                  <a:pt x="397495" y="392778"/>
                  <a:pt x="397188" y="393852"/>
                  <a:pt x="396573" y="394619"/>
                </a:cubicBezTo>
                <a:lnTo>
                  <a:pt x="358008" y="453379"/>
                </a:lnTo>
                <a:lnTo>
                  <a:pt x="358008" y="602045"/>
                </a:lnTo>
                <a:cubicBezTo>
                  <a:pt x="358008" y="605113"/>
                  <a:pt x="355549" y="607568"/>
                  <a:pt x="352476" y="607568"/>
                </a:cubicBezTo>
                <a:lnTo>
                  <a:pt x="232017" y="607568"/>
                </a:lnTo>
                <a:cubicBezTo>
                  <a:pt x="228944" y="607568"/>
                  <a:pt x="226485" y="605113"/>
                  <a:pt x="226485" y="602045"/>
                </a:cubicBezTo>
                <a:lnTo>
                  <a:pt x="226485" y="453379"/>
                </a:lnTo>
                <a:lnTo>
                  <a:pt x="187920" y="394619"/>
                </a:lnTo>
                <a:cubicBezTo>
                  <a:pt x="187305" y="393852"/>
                  <a:pt x="186998" y="392778"/>
                  <a:pt x="186998" y="391704"/>
                </a:cubicBezTo>
                <a:lnTo>
                  <a:pt x="186998" y="284309"/>
                </a:lnTo>
                <a:cubicBezTo>
                  <a:pt x="186998" y="260682"/>
                  <a:pt x="202055" y="239817"/>
                  <a:pt x="224488" y="232299"/>
                </a:cubicBezTo>
                <a:cubicBezTo>
                  <a:pt x="224488" y="232299"/>
                  <a:pt x="243233" y="226776"/>
                  <a:pt x="243694" y="226776"/>
                </a:cubicBezTo>
                <a:close/>
                <a:moveTo>
                  <a:pt x="503026" y="160466"/>
                </a:moveTo>
                <a:cubicBezTo>
                  <a:pt x="529508" y="160466"/>
                  <a:pt x="550975" y="181870"/>
                  <a:pt x="550975" y="208274"/>
                </a:cubicBezTo>
                <a:cubicBezTo>
                  <a:pt x="550975" y="234678"/>
                  <a:pt x="529508" y="256082"/>
                  <a:pt x="503026" y="256082"/>
                </a:cubicBezTo>
                <a:cubicBezTo>
                  <a:pt x="476544" y="256082"/>
                  <a:pt x="455077" y="234678"/>
                  <a:pt x="455077" y="208274"/>
                </a:cubicBezTo>
                <a:cubicBezTo>
                  <a:pt x="455077" y="181870"/>
                  <a:pt x="476544" y="160466"/>
                  <a:pt x="503026" y="160466"/>
                </a:cubicBezTo>
                <a:close/>
                <a:moveTo>
                  <a:pt x="81397" y="160466"/>
                </a:moveTo>
                <a:cubicBezTo>
                  <a:pt x="107879" y="160466"/>
                  <a:pt x="129346" y="181870"/>
                  <a:pt x="129346" y="208274"/>
                </a:cubicBezTo>
                <a:cubicBezTo>
                  <a:pt x="129346" y="234678"/>
                  <a:pt x="107879" y="256082"/>
                  <a:pt x="81397" y="256082"/>
                </a:cubicBezTo>
                <a:cubicBezTo>
                  <a:pt x="54915" y="256082"/>
                  <a:pt x="33448" y="234678"/>
                  <a:pt x="33448" y="208274"/>
                </a:cubicBezTo>
                <a:cubicBezTo>
                  <a:pt x="33448" y="181870"/>
                  <a:pt x="54915" y="160466"/>
                  <a:pt x="81397" y="160466"/>
                </a:cubicBezTo>
                <a:close/>
                <a:moveTo>
                  <a:pt x="292212" y="79174"/>
                </a:moveTo>
                <a:cubicBezTo>
                  <a:pt x="326313" y="79174"/>
                  <a:pt x="353957" y="106786"/>
                  <a:pt x="353957" y="140848"/>
                </a:cubicBezTo>
                <a:cubicBezTo>
                  <a:pt x="353957" y="174910"/>
                  <a:pt x="326313" y="202522"/>
                  <a:pt x="292212" y="202522"/>
                </a:cubicBezTo>
                <a:cubicBezTo>
                  <a:pt x="258111" y="202522"/>
                  <a:pt x="230467" y="174910"/>
                  <a:pt x="230467" y="140848"/>
                </a:cubicBezTo>
                <a:cubicBezTo>
                  <a:pt x="230467" y="106786"/>
                  <a:pt x="258111" y="79174"/>
                  <a:pt x="292212" y="79174"/>
                </a:cubicBezTo>
                <a:close/>
                <a:moveTo>
                  <a:pt x="292212" y="0"/>
                </a:moveTo>
                <a:cubicBezTo>
                  <a:pt x="376247" y="0"/>
                  <a:pt x="453677" y="38346"/>
                  <a:pt x="504683" y="105068"/>
                </a:cubicBezTo>
                <a:cubicBezTo>
                  <a:pt x="509906" y="111817"/>
                  <a:pt x="508523" y="121481"/>
                  <a:pt x="501764" y="126542"/>
                </a:cubicBezTo>
                <a:cubicBezTo>
                  <a:pt x="498998" y="128690"/>
                  <a:pt x="495772" y="129610"/>
                  <a:pt x="492546" y="129610"/>
                </a:cubicBezTo>
                <a:cubicBezTo>
                  <a:pt x="487937" y="129610"/>
                  <a:pt x="483328" y="127616"/>
                  <a:pt x="480409" y="123628"/>
                </a:cubicBezTo>
                <a:cubicBezTo>
                  <a:pt x="435088" y="64575"/>
                  <a:pt x="366569" y="30677"/>
                  <a:pt x="292212" y="30677"/>
                </a:cubicBezTo>
                <a:cubicBezTo>
                  <a:pt x="217854" y="30677"/>
                  <a:pt x="149335" y="64575"/>
                  <a:pt x="104014" y="123628"/>
                </a:cubicBezTo>
                <a:cubicBezTo>
                  <a:pt x="98944" y="130377"/>
                  <a:pt x="89265" y="131604"/>
                  <a:pt x="82659" y="126542"/>
                </a:cubicBezTo>
                <a:cubicBezTo>
                  <a:pt x="75900" y="121481"/>
                  <a:pt x="74517" y="111817"/>
                  <a:pt x="79740" y="105068"/>
                </a:cubicBezTo>
                <a:cubicBezTo>
                  <a:pt x="130746" y="38346"/>
                  <a:pt x="208176" y="0"/>
                  <a:pt x="292212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9244489" y="1755403"/>
            <a:ext cx="755336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sz="2000" b="1" i="1" u="sng" baseline="0">
                <a:solidFill>
                  <a:srgbClr val="000000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>
            <a:off x="9622156" y="3148435"/>
            <a:ext cx="0" cy="2933868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18" name="AutoShape 18"/>
          <p:cNvSpPr/>
          <p:nvPr/>
        </p:nvSpPr>
        <p:spPr>
          <a:xfrm>
            <a:off x="4550252" y="3558282"/>
            <a:ext cx="3195638" cy="193072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+mn-ea"/>
                <a:ea typeface="+mn-ea"/>
              </a:rPr>
              <a:t>40+ custom reports available and 500K+ historical records analyzed.</a:t>
            </a:r>
          </a:p>
          <a:p>
            <a:pPr marL="0" algn="ctr">
              <a:lnSpc>
                <a:spcPct val="150000"/>
              </a:lnSpc>
            </a:pPr>
            <a:endParaRPr lang="en-US" sz="1400" b="0" i="0" u="none" baseline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016386" y="3327151"/>
            <a:ext cx="3195638" cy="33855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Stakeholder Impact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24337" y="4090924"/>
            <a:ext cx="3195638" cy="199137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+mn-ea"/>
                <a:ea typeface="+mn-ea"/>
              </a:rPr>
              <a:t>Actionable insights for 200+ tournaments annually and 10x faster analysis vs. manual methods.</a:t>
            </a:r>
          </a:p>
          <a:p>
            <a:pPr marL="0" algn="ctr">
              <a:lnSpc>
                <a:spcPct val="150000"/>
              </a:lnSpc>
            </a:pPr>
            <a:endParaRPr lang="en-US" sz="1400" b="0" i="0" u="none" baseline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1" name="AutoShape 2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Expected Outcomes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Business Value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17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3006" y="1650999"/>
            <a:ext cx="9805988" cy="4241801"/>
          </a:xfrm>
          <a:prstGeom prst="roundRect">
            <a:avLst>
              <a:gd name="adj" fmla="val 4784"/>
            </a:avLst>
          </a:prstGeom>
          <a:noFill/>
          <a:ln w="12700" cap="flat" cmpd="sng">
            <a:solidFill>
              <a:srgbClr val="FFFFFF">
                <a:lumMod val="75000"/>
              </a:srgbClr>
            </a:solidFill>
            <a:prstDash val="sysDash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864915" y="1142999"/>
            <a:ext cx="1277938" cy="1463675"/>
          </a:xfrm>
          <a:custGeom>
            <a:avLst/>
            <a:gdLst/>
            <a:ahLst/>
            <a:cxnLst/>
            <a:rect l="l" t="t" r="r" b="b"/>
            <a:pathLst>
              <a:path w="13408" h="15341">
                <a:moveTo>
                  <a:pt x="11023" y="2385"/>
                </a:moveTo>
                <a:cubicBezTo>
                  <a:pt x="13408" y="4770"/>
                  <a:pt x="13408" y="8637"/>
                  <a:pt x="11023" y="11022"/>
                </a:cubicBezTo>
                <a:cubicBezTo>
                  <a:pt x="9584" y="12462"/>
                  <a:pt x="8144" y="13902"/>
                  <a:pt x="6704" y="15341"/>
                </a:cubicBezTo>
                <a:cubicBezTo>
                  <a:pt x="5265" y="13902"/>
                  <a:pt x="3825" y="12462"/>
                  <a:pt x="2386" y="11022"/>
                </a:cubicBezTo>
                <a:cubicBezTo>
                  <a:pt x="0" y="8637"/>
                  <a:pt x="0" y="4770"/>
                  <a:pt x="2386" y="2385"/>
                </a:cubicBezTo>
                <a:cubicBezTo>
                  <a:pt x="4771" y="0"/>
                  <a:pt x="8638" y="0"/>
                  <a:pt x="11023" y="2385"/>
                </a:cubicBezTo>
              </a:path>
            </a:pathLst>
          </a:cu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027634" y="1328736"/>
            <a:ext cx="952500" cy="952500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2248233" y="1461293"/>
            <a:ext cx="511301" cy="687386"/>
          </a:xfrm>
          <a:custGeom>
            <a:avLst/>
            <a:gdLst/>
            <a:ahLst/>
            <a:cxnLst/>
            <a:rect l="l" t="t" r="r" b="b"/>
            <a:pathLst>
              <a:path w="4881" h="6573">
                <a:moveTo>
                  <a:pt x="1812" y="553"/>
                </a:moveTo>
                <a:lnTo>
                  <a:pt x="2721" y="28"/>
                </a:lnTo>
                <a:cubicBezTo>
                  <a:pt x="2769" y="0"/>
                  <a:pt x="2828" y="35"/>
                  <a:pt x="2828" y="89"/>
                </a:cubicBezTo>
                <a:lnTo>
                  <a:pt x="2828" y="377"/>
                </a:lnTo>
                <a:lnTo>
                  <a:pt x="3391" y="377"/>
                </a:lnTo>
                <a:cubicBezTo>
                  <a:pt x="4016" y="377"/>
                  <a:pt x="4525" y="887"/>
                  <a:pt x="4525" y="1512"/>
                </a:cubicBezTo>
                <a:lnTo>
                  <a:pt x="4051" y="1512"/>
                </a:lnTo>
                <a:cubicBezTo>
                  <a:pt x="4051" y="1148"/>
                  <a:pt x="3755" y="852"/>
                  <a:pt x="3391" y="852"/>
                </a:cubicBezTo>
                <a:lnTo>
                  <a:pt x="2828" y="852"/>
                </a:lnTo>
                <a:lnTo>
                  <a:pt x="2828" y="1140"/>
                </a:lnTo>
                <a:cubicBezTo>
                  <a:pt x="2828" y="1195"/>
                  <a:pt x="2769" y="1229"/>
                  <a:pt x="2721" y="1201"/>
                </a:cubicBezTo>
                <a:lnTo>
                  <a:pt x="1812" y="676"/>
                </a:lnTo>
                <a:cubicBezTo>
                  <a:pt x="1765" y="649"/>
                  <a:pt x="1765" y="580"/>
                  <a:pt x="1812" y="553"/>
                </a:cubicBezTo>
                <a:close/>
                <a:moveTo>
                  <a:pt x="3063" y="5897"/>
                </a:moveTo>
                <a:lnTo>
                  <a:pt x="2153" y="5372"/>
                </a:lnTo>
                <a:cubicBezTo>
                  <a:pt x="2105" y="5344"/>
                  <a:pt x="2047" y="5379"/>
                  <a:pt x="2047" y="5433"/>
                </a:cubicBezTo>
                <a:lnTo>
                  <a:pt x="2047" y="5721"/>
                </a:lnTo>
                <a:lnTo>
                  <a:pt x="1484" y="5721"/>
                </a:lnTo>
                <a:cubicBezTo>
                  <a:pt x="1120" y="5721"/>
                  <a:pt x="824" y="5425"/>
                  <a:pt x="824" y="5061"/>
                </a:cubicBezTo>
                <a:lnTo>
                  <a:pt x="349" y="5061"/>
                </a:lnTo>
                <a:cubicBezTo>
                  <a:pt x="349" y="5687"/>
                  <a:pt x="859" y="6196"/>
                  <a:pt x="1484" y="6196"/>
                </a:cubicBezTo>
                <a:lnTo>
                  <a:pt x="2047" y="6196"/>
                </a:lnTo>
                <a:lnTo>
                  <a:pt x="2047" y="6484"/>
                </a:lnTo>
                <a:cubicBezTo>
                  <a:pt x="2047" y="6539"/>
                  <a:pt x="2105" y="6573"/>
                  <a:pt x="2153" y="6545"/>
                </a:cubicBezTo>
                <a:lnTo>
                  <a:pt x="3063" y="6020"/>
                </a:lnTo>
                <a:cubicBezTo>
                  <a:pt x="3109" y="5993"/>
                  <a:pt x="3109" y="5924"/>
                  <a:pt x="3063" y="5897"/>
                </a:cubicBezTo>
                <a:close/>
                <a:moveTo>
                  <a:pt x="3788" y="3008"/>
                </a:moveTo>
                <a:cubicBezTo>
                  <a:pt x="3647" y="3008"/>
                  <a:pt x="3531" y="3123"/>
                  <a:pt x="3531" y="3265"/>
                </a:cubicBezTo>
                <a:cubicBezTo>
                  <a:pt x="3531" y="3407"/>
                  <a:pt x="3645" y="3523"/>
                  <a:pt x="3788" y="3523"/>
                </a:cubicBezTo>
                <a:cubicBezTo>
                  <a:pt x="3929" y="3523"/>
                  <a:pt x="4045" y="3408"/>
                  <a:pt x="4045" y="3265"/>
                </a:cubicBezTo>
                <a:cubicBezTo>
                  <a:pt x="4045" y="3123"/>
                  <a:pt x="3929" y="3008"/>
                  <a:pt x="3788" y="3008"/>
                </a:cubicBezTo>
                <a:close/>
                <a:moveTo>
                  <a:pt x="1092" y="3008"/>
                </a:moveTo>
                <a:cubicBezTo>
                  <a:pt x="951" y="3008"/>
                  <a:pt x="835" y="3123"/>
                  <a:pt x="835" y="3265"/>
                </a:cubicBezTo>
                <a:cubicBezTo>
                  <a:pt x="835" y="3407"/>
                  <a:pt x="949" y="3523"/>
                  <a:pt x="1092" y="3523"/>
                </a:cubicBezTo>
                <a:cubicBezTo>
                  <a:pt x="1233" y="3523"/>
                  <a:pt x="1349" y="3408"/>
                  <a:pt x="1349" y="3265"/>
                </a:cubicBezTo>
                <a:cubicBezTo>
                  <a:pt x="1349" y="3123"/>
                  <a:pt x="1233" y="3008"/>
                  <a:pt x="1092" y="3008"/>
                </a:cubicBezTo>
                <a:close/>
                <a:moveTo>
                  <a:pt x="4881" y="2177"/>
                </a:moveTo>
                <a:lnTo>
                  <a:pt x="4881" y="4353"/>
                </a:lnTo>
                <a:cubicBezTo>
                  <a:pt x="4881" y="4587"/>
                  <a:pt x="4692" y="4776"/>
                  <a:pt x="4459" y="4776"/>
                </a:cubicBezTo>
                <a:lnTo>
                  <a:pt x="423" y="4776"/>
                </a:lnTo>
                <a:cubicBezTo>
                  <a:pt x="189" y="4776"/>
                  <a:pt x="0" y="4587"/>
                  <a:pt x="0" y="4353"/>
                </a:cubicBezTo>
                <a:lnTo>
                  <a:pt x="0" y="2177"/>
                </a:lnTo>
                <a:cubicBezTo>
                  <a:pt x="0" y="1944"/>
                  <a:pt x="189" y="1755"/>
                  <a:pt x="423" y="1755"/>
                </a:cubicBezTo>
                <a:lnTo>
                  <a:pt x="4459" y="1755"/>
                </a:lnTo>
                <a:cubicBezTo>
                  <a:pt x="4691" y="1753"/>
                  <a:pt x="4881" y="1944"/>
                  <a:pt x="4881" y="2177"/>
                </a:cubicBezTo>
                <a:close/>
                <a:moveTo>
                  <a:pt x="4520" y="2635"/>
                </a:moveTo>
                <a:cubicBezTo>
                  <a:pt x="4487" y="2643"/>
                  <a:pt x="4451" y="2648"/>
                  <a:pt x="4415" y="2648"/>
                </a:cubicBezTo>
                <a:cubicBezTo>
                  <a:pt x="4179" y="2648"/>
                  <a:pt x="3987" y="2456"/>
                  <a:pt x="3987" y="2220"/>
                </a:cubicBezTo>
                <a:cubicBezTo>
                  <a:pt x="3987" y="2184"/>
                  <a:pt x="3991" y="2149"/>
                  <a:pt x="4000" y="2116"/>
                </a:cubicBezTo>
                <a:lnTo>
                  <a:pt x="856" y="2116"/>
                </a:lnTo>
                <a:cubicBezTo>
                  <a:pt x="861" y="2141"/>
                  <a:pt x="864" y="2168"/>
                  <a:pt x="864" y="2195"/>
                </a:cubicBezTo>
                <a:cubicBezTo>
                  <a:pt x="864" y="2431"/>
                  <a:pt x="672" y="2623"/>
                  <a:pt x="436" y="2623"/>
                </a:cubicBezTo>
                <a:cubicBezTo>
                  <a:pt x="411" y="2623"/>
                  <a:pt x="385" y="2620"/>
                  <a:pt x="361" y="2616"/>
                </a:cubicBezTo>
                <a:lnTo>
                  <a:pt x="361" y="3916"/>
                </a:lnTo>
                <a:cubicBezTo>
                  <a:pt x="385" y="3912"/>
                  <a:pt x="411" y="3909"/>
                  <a:pt x="436" y="3909"/>
                </a:cubicBezTo>
                <a:cubicBezTo>
                  <a:pt x="672" y="3909"/>
                  <a:pt x="864" y="4101"/>
                  <a:pt x="864" y="4337"/>
                </a:cubicBezTo>
                <a:cubicBezTo>
                  <a:pt x="864" y="4364"/>
                  <a:pt x="861" y="4391"/>
                  <a:pt x="856" y="4416"/>
                </a:cubicBezTo>
                <a:lnTo>
                  <a:pt x="3988" y="4416"/>
                </a:lnTo>
                <a:cubicBezTo>
                  <a:pt x="3985" y="4399"/>
                  <a:pt x="3984" y="4381"/>
                  <a:pt x="3984" y="4363"/>
                </a:cubicBezTo>
                <a:cubicBezTo>
                  <a:pt x="3984" y="4127"/>
                  <a:pt x="4176" y="3935"/>
                  <a:pt x="4412" y="3935"/>
                </a:cubicBezTo>
                <a:cubicBezTo>
                  <a:pt x="4448" y="3935"/>
                  <a:pt x="4484" y="3940"/>
                  <a:pt x="4517" y="3948"/>
                </a:cubicBezTo>
                <a:lnTo>
                  <a:pt x="4517" y="2635"/>
                </a:lnTo>
                <a:lnTo>
                  <a:pt x="4520" y="2635"/>
                </a:lnTo>
                <a:close/>
                <a:moveTo>
                  <a:pt x="3367" y="3265"/>
                </a:moveTo>
                <a:cubicBezTo>
                  <a:pt x="3367" y="3777"/>
                  <a:pt x="2952" y="4192"/>
                  <a:pt x="2440" y="4192"/>
                </a:cubicBezTo>
                <a:cubicBezTo>
                  <a:pt x="1928" y="4192"/>
                  <a:pt x="1513" y="3777"/>
                  <a:pt x="1513" y="3265"/>
                </a:cubicBezTo>
                <a:cubicBezTo>
                  <a:pt x="1513" y="2753"/>
                  <a:pt x="1928" y="2339"/>
                  <a:pt x="2440" y="2339"/>
                </a:cubicBezTo>
                <a:cubicBezTo>
                  <a:pt x="2952" y="2339"/>
                  <a:pt x="3367" y="2753"/>
                  <a:pt x="3367" y="3265"/>
                </a:cubicBezTo>
                <a:close/>
                <a:moveTo>
                  <a:pt x="2976" y="3265"/>
                </a:moveTo>
                <a:cubicBezTo>
                  <a:pt x="2976" y="2969"/>
                  <a:pt x="2735" y="2729"/>
                  <a:pt x="2440" y="2729"/>
                </a:cubicBezTo>
                <a:cubicBezTo>
                  <a:pt x="2144" y="2729"/>
                  <a:pt x="1904" y="2971"/>
                  <a:pt x="1904" y="3265"/>
                </a:cubicBezTo>
                <a:cubicBezTo>
                  <a:pt x="1904" y="3561"/>
                  <a:pt x="2145" y="3801"/>
                  <a:pt x="2440" y="3801"/>
                </a:cubicBezTo>
                <a:cubicBezTo>
                  <a:pt x="2736" y="3801"/>
                  <a:pt x="2976" y="3561"/>
                  <a:pt x="2976" y="3265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237059" y="2743897"/>
            <a:ext cx="25336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Decision-Making and Competitive Advantage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37059" y="3354818"/>
            <a:ext cx="2533650" cy="1669688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Better decision-making with data insights and competitive advantage in sports analytics.</a:t>
            </a:r>
          </a:p>
        </p:txBody>
      </p:sp>
      <p:sp>
        <p:nvSpPr>
          <p:cNvPr id="8" name="Freeform 8"/>
          <p:cNvSpPr/>
          <p:nvPr/>
        </p:nvSpPr>
        <p:spPr>
          <a:xfrm>
            <a:off x="5457032" y="1142999"/>
            <a:ext cx="1277938" cy="1463675"/>
          </a:xfrm>
          <a:custGeom>
            <a:avLst/>
            <a:gdLst/>
            <a:ahLst/>
            <a:cxnLst/>
            <a:rect l="l" t="t" r="r" b="b"/>
            <a:pathLst>
              <a:path w="13408" h="15341">
                <a:moveTo>
                  <a:pt x="11023" y="2385"/>
                </a:moveTo>
                <a:cubicBezTo>
                  <a:pt x="13408" y="4770"/>
                  <a:pt x="13408" y="8637"/>
                  <a:pt x="11023" y="11022"/>
                </a:cubicBezTo>
                <a:cubicBezTo>
                  <a:pt x="9584" y="12462"/>
                  <a:pt x="8144" y="13902"/>
                  <a:pt x="6704" y="15341"/>
                </a:cubicBezTo>
                <a:cubicBezTo>
                  <a:pt x="5265" y="13902"/>
                  <a:pt x="3825" y="12462"/>
                  <a:pt x="2386" y="11022"/>
                </a:cubicBezTo>
                <a:cubicBezTo>
                  <a:pt x="0" y="8637"/>
                  <a:pt x="0" y="4770"/>
                  <a:pt x="2386" y="2385"/>
                </a:cubicBezTo>
                <a:cubicBezTo>
                  <a:pt x="4771" y="0"/>
                  <a:pt x="8638" y="0"/>
                  <a:pt x="11023" y="2385"/>
                </a:cubicBezTo>
              </a:path>
            </a:pathLst>
          </a:custGeom>
          <a:solidFill>
            <a:srgbClr val="FFFFFF"/>
          </a:solidFill>
          <a:ln w="15875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619751" y="1328736"/>
            <a:ext cx="952500" cy="9525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798197" y="1530348"/>
            <a:ext cx="595608" cy="549276"/>
          </a:xfrm>
          <a:custGeom>
            <a:avLst/>
            <a:gdLst/>
            <a:ahLst/>
            <a:cxnLst/>
            <a:rect l="l" t="t" r="r" b="b"/>
            <a:pathLst>
              <a:path w="609156" h="561771">
                <a:moveTo>
                  <a:pt x="392435" y="452324"/>
                </a:moveTo>
                <a:lnTo>
                  <a:pt x="427863" y="452324"/>
                </a:lnTo>
                <a:cubicBezTo>
                  <a:pt x="432070" y="452324"/>
                  <a:pt x="435529" y="455685"/>
                  <a:pt x="435435" y="459885"/>
                </a:cubicBezTo>
                <a:lnTo>
                  <a:pt x="435435" y="474634"/>
                </a:lnTo>
                <a:lnTo>
                  <a:pt x="435435" y="539321"/>
                </a:lnTo>
                <a:lnTo>
                  <a:pt x="435435" y="553976"/>
                </a:lnTo>
                <a:cubicBezTo>
                  <a:pt x="435435" y="558270"/>
                  <a:pt x="432070" y="561630"/>
                  <a:pt x="427863" y="561630"/>
                </a:cubicBezTo>
                <a:lnTo>
                  <a:pt x="392435" y="561630"/>
                </a:lnTo>
                <a:cubicBezTo>
                  <a:pt x="388228" y="561630"/>
                  <a:pt x="384863" y="558270"/>
                  <a:pt x="384863" y="553976"/>
                </a:cubicBezTo>
                <a:lnTo>
                  <a:pt x="384863" y="539321"/>
                </a:lnTo>
                <a:lnTo>
                  <a:pt x="384863" y="474634"/>
                </a:lnTo>
                <a:lnTo>
                  <a:pt x="384863" y="459885"/>
                </a:lnTo>
                <a:cubicBezTo>
                  <a:pt x="384863" y="455685"/>
                  <a:pt x="388228" y="452324"/>
                  <a:pt x="392435" y="452324"/>
                </a:cubicBezTo>
                <a:close/>
                <a:moveTo>
                  <a:pt x="464152" y="409985"/>
                </a:moveTo>
                <a:lnTo>
                  <a:pt x="499488" y="409985"/>
                </a:lnTo>
                <a:cubicBezTo>
                  <a:pt x="503788" y="409985"/>
                  <a:pt x="507153" y="413348"/>
                  <a:pt x="507153" y="417551"/>
                </a:cubicBezTo>
                <a:lnTo>
                  <a:pt x="507153" y="474622"/>
                </a:lnTo>
                <a:lnTo>
                  <a:pt x="507153" y="496853"/>
                </a:lnTo>
                <a:lnTo>
                  <a:pt x="507153" y="553923"/>
                </a:lnTo>
                <a:cubicBezTo>
                  <a:pt x="507153" y="558127"/>
                  <a:pt x="503788" y="561489"/>
                  <a:pt x="499488" y="561489"/>
                </a:cubicBezTo>
                <a:lnTo>
                  <a:pt x="464152" y="561489"/>
                </a:lnTo>
                <a:cubicBezTo>
                  <a:pt x="459852" y="561489"/>
                  <a:pt x="456487" y="558127"/>
                  <a:pt x="456487" y="553923"/>
                </a:cubicBezTo>
                <a:lnTo>
                  <a:pt x="456487" y="496853"/>
                </a:lnTo>
                <a:lnTo>
                  <a:pt x="456487" y="474622"/>
                </a:lnTo>
                <a:lnTo>
                  <a:pt x="456487" y="417551"/>
                </a:lnTo>
                <a:cubicBezTo>
                  <a:pt x="456487" y="413348"/>
                  <a:pt x="459852" y="409985"/>
                  <a:pt x="464152" y="409985"/>
                </a:cubicBezTo>
                <a:close/>
                <a:moveTo>
                  <a:pt x="553539" y="277886"/>
                </a:moveTo>
                <a:cubicBezTo>
                  <a:pt x="555408" y="277886"/>
                  <a:pt x="557277" y="278727"/>
                  <a:pt x="558399" y="280594"/>
                </a:cubicBezTo>
                <a:lnTo>
                  <a:pt x="608220" y="360717"/>
                </a:lnTo>
                <a:cubicBezTo>
                  <a:pt x="610743" y="364546"/>
                  <a:pt x="607846" y="369495"/>
                  <a:pt x="603359" y="369402"/>
                </a:cubicBezTo>
                <a:lnTo>
                  <a:pt x="578776" y="369402"/>
                </a:lnTo>
                <a:lnTo>
                  <a:pt x="578776" y="429074"/>
                </a:lnTo>
                <a:lnTo>
                  <a:pt x="578776" y="432529"/>
                </a:lnTo>
                <a:lnTo>
                  <a:pt x="578776" y="554674"/>
                </a:lnTo>
                <a:cubicBezTo>
                  <a:pt x="578589" y="558690"/>
                  <a:pt x="575224" y="561771"/>
                  <a:pt x="571205" y="561771"/>
                </a:cubicBezTo>
                <a:lnTo>
                  <a:pt x="535779" y="561771"/>
                </a:lnTo>
                <a:cubicBezTo>
                  <a:pt x="531573" y="561771"/>
                  <a:pt x="528208" y="558409"/>
                  <a:pt x="528208" y="554207"/>
                </a:cubicBezTo>
                <a:lnTo>
                  <a:pt x="528208" y="369495"/>
                </a:lnTo>
                <a:lnTo>
                  <a:pt x="503625" y="369495"/>
                </a:lnTo>
                <a:cubicBezTo>
                  <a:pt x="499138" y="369495"/>
                  <a:pt x="496427" y="364546"/>
                  <a:pt x="498764" y="360717"/>
                </a:cubicBezTo>
                <a:lnTo>
                  <a:pt x="548678" y="280594"/>
                </a:lnTo>
                <a:cubicBezTo>
                  <a:pt x="549800" y="278727"/>
                  <a:pt x="551669" y="277886"/>
                  <a:pt x="553539" y="277886"/>
                </a:cubicBezTo>
                <a:close/>
                <a:moveTo>
                  <a:pt x="248743" y="0"/>
                </a:moveTo>
                <a:lnTo>
                  <a:pt x="260245" y="0"/>
                </a:lnTo>
                <a:lnTo>
                  <a:pt x="271654" y="0"/>
                </a:lnTo>
                <a:cubicBezTo>
                  <a:pt x="325049" y="0"/>
                  <a:pt x="368159" y="43234"/>
                  <a:pt x="368159" y="96367"/>
                </a:cubicBezTo>
                <a:lnTo>
                  <a:pt x="368159" y="203287"/>
                </a:lnTo>
                <a:cubicBezTo>
                  <a:pt x="368159" y="220002"/>
                  <a:pt x="359555" y="234849"/>
                  <a:pt x="346651" y="243440"/>
                </a:cubicBezTo>
                <a:lnTo>
                  <a:pt x="346651" y="346532"/>
                </a:lnTo>
                <a:cubicBezTo>
                  <a:pt x="346651" y="348399"/>
                  <a:pt x="347586" y="349987"/>
                  <a:pt x="349269" y="351014"/>
                </a:cubicBezTo>
                <a:cubicBezTo>
                  <a:pt x="359368" y="355869"/>
                  <a:pt x="396399" y="374545"/>
                  <a:pt x="440257" y="403493"/>
                </a:cubicBezTo>
                <a:cubicBezTo>
                  <a:pt x="437732" y="407602"/>
                  <a:pt x="436236" y="412457"/>
                  <a:pt x="436236" y="417687"/>
                </a:cubicBezTo>
                <a:lnTo>
                  <a:pt x="436236" y="433748"/>
                </a:lnTo>
                <a:cubicBezTo>
                  <a:pt x="433617" y="432908"/>
                  <a:pt x="430812" y="432441"/>
                  <a:pt x="427820" y="432441"/>
                </a:cubicBezTo>
                <a:lnTo>
                  <a:pt x="392378" y="432441"/>
                </a:lnTo>
                <a:cubicBezTo>
                  <a:pt x="377136" y="432441"/>
                  <a:pt x="364699" y="444767"/>
                  <a:pt x="364699" y="460081"/>
                </a:cubicBezTo>
                <a:lnTo>
                  <a:pt x="364699" y="474742"/>
                </a:lnTo>
                <a:lnTo>
                  <a:pt x="364699" y="539454"/>
                </a:lnTo>
                <a:lnTo>
                  <a:pt x="364699" y="554207"/>
                </a:lnTo>
                <a:cubicBezTo>
                  <a:pt x="364699" y="556822"/>
                  <a:pt x="365073" y="559250"/>
                  <a:pt x="365821" y="561771"/>
                </a:cubicBezTo>
                <a:lnTo>
                  <a:pt x="294471" y="561771"/>
                </a:lnTo>
                <a:lnTo>
                  <a:pt x="272215" y="459521"/>
                </a:lnTo>
                <a:cubicBezTo>
                  <a:pt x="317288" y="396676"/>
                  <a:pt x="268848" y="393688"/>
                  <a:pt x="260339" y="393595"/>
                </a:cubicBezTo>
                <a:cubicBezTo>
                  <a:pt x="251829" y="393688"/>
                  <a:pt x="203390" y="396676"/>
                  <a:pt x="248463" y="459521"/>
                </a:cubicBezTo>
                <a:lnTo>
                  <a:pt x="226207" y="561771"/>
                </a:lnTo>
                <a:lnTo>
                  <a:pt x="0" y="561771"/>
                </a:lnTo>
                <a:lnTo>
                  <a:pt x="0" y="488468"/>
                </a:lnTo>
                <a:cubicBezTo>
                  <a:pt x="0" y="472874"/>
                  <a:pt x="6826" y="458213"/>
                  <a:pt x="18796" y="448315"/>
                </a:cubicBezTo>
                <a:cubicBezTo>
                  <a:pt x="85190" y="393968"/>
                  <a:pt x="156633" y="357830"/>
                  <a:pt x="171221" y="350734"/>
                </a:cubicBezTo>
                <a:cubicBezTo>
                  <a:pt x="172811" y="349987"/>
                  <a:pt x="173840" y="348399"/>
                  <a:pt x="173840" y="346532"/>
                </a:cubicBezTo>
                <a:lnTo>
                  <a:pt x="173840" y="243440"/>
                </a:lnTo>
                <a:cubicBezTo>
                  <a:pt x="160841" y="234849"/>
                  <a:pt x="152238" y="220095"/>
                  <a:pt x="152238" y="203287"/>
                </a:cubicBezTo>
                <a:lnTo>
                  <a:pt x="152238" y="96367"/>
                </a:lnTo>
                <a:cubicBezTo>
                  <a:pt x="152238" y="43048"/>
                  <a:pt x="195534" y="0"/>
                  <a:pt x="248743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049148" y="1142999"/>
            <a:ext cx="1277938" cy="1463675"/>
          </a:xfrm>
          <a:custGeom>
            <a:avLst/>
            <a:gdLst/>
            <a:ahLst/>
            <a:cxnLst/>
            <a:rect l="l" t="t" r="r" b="b"/>
            <a:pathLst>
              <a:path w="13408" h="15341">
                <a:moveTo>
                  <a:pt x="11023" y="2385"/>
                </a:moveTo>
                <a:cubicBezTo>
                  <a:pt x="13408" y="4770"/>
                  <a:pt x="13408" y="8637"/>
                  <a:pt x="11023" y="11022"/>
                </a:cubicBezTo>
                <a:cubicBezTo>
                  <a:pt x="9584" y="12462"/>
                  <a:pt x="8144" y="13902"/>
                  <a:pt x="6704" y="15341"/>
                </a:cubicBezTo>
                <a:cubicBezTo>
                  <a:pt x="5265" y="13902"/>
                  <a:pt x="3825" y="12462"/>
                  <a:pt x="2386" y="11022"/>
                </a:cubicBezTo>
                <a:cubicBezTo>
                  <a:pt x="0" y="8637"/>
                  <a:pt x="0" y="4770"/>
                  <a:pt x="2386" y="2385"/>
                </a:cubicBezTo>
                <a:cubicBezTo>
                  <a:pt x="4771" y="0"/>
                  <a:pt x="8638" y="0"/>
                  <a:pt x="11023" y="2385"/>
                </a:cubicBezTo>
              </a:path>
            </a:pathLst>
          </a:cu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211867" y="1328736"/>
            <a:ext cx="952500" cy="952500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9407671" y="1511300"/>
            <a:ext cx="560892" cy="587374"/>
          </a:xfrm>
          <a:custGeom>
            <a:avLst/>
            <a:gdLst/>
            <a:ahLst/>
            <a:cxnLst/>
            <a:rect l="l" t="t" r="r" b="b"/>
            <a:pathLst>
              <a:path w="560501" h="586963">
                <a:moveTo>
                  <a:pt x="446809" y="409068"/>
                </a:moveTo>
                <a:cubicBezTo>
                  <a:pt x="451079" y="409068"/>
                  <a:pt x="454547" y="412534"/>
                  <a:pt x="454547" y="416800"/>
                </a:cubicBezTo>
                <a:lnTo>
                  <a:pt x="454547" y="423021"/>
                </a:lnTo>
                <a:cubicBezTo>
                  <a:pt x="460329" y="423288"/>
                  <a:pt x="465043" y="423999"/>
                  <a:pt x="469046" y="425065"/>
                </a:cubicBezTo>
                <a:cubicBezTo>
                  <a:pt x="473849" y="426398"/>
                  <a:pt x="476784" y="431375"/>
                  <a:pt x="475539" y="436174"/>
                </a:cubicBezTo>
                <a:lnTo>
                  <a:pt x="475361" y="436797"/>
                </a:lnTo>
                <a:cubicBezTo>
                  <a:pt x="474827" y="439107"/>
                  <a:pt x="473315" y="440974"/>
                  <a:pt x="471269" y="442129"/>
                </a:cubicBezTo>
                <a:cubicBezTo>
                  <a:pt x="469224" y="443284"/>
                  <a:pt x="466822" y="443551"/>
                  <a:pt x="464510" y="442929"/>
                </a:cubicBezTo>
                <a:cubicBezTo>
                  <a:pt x="460685" y="441685"/>
                  <a:pt x="455971" y="440796"/>
                  <a:pt x="450100" y="440796"/>
                </a:cubicBezTo>
                <a:cubicBezTo>
                  <a:pt x="439782" y="440796"/>
                  <a:pt x="436491" y="445239"/>
                  <a:pt x="436491" y="449683"/>
                </a:cubicBezTo>
                <a:cubicBezTo>
                  <a:pt x="436491" y="454927"/>
                  <a:pt x="442006" y="458215"/>
                  <a:pt x="455526" y="463281"/>
                </a:cubicBezTo>
                <a:cubicBezTo>
                  <a:pt x="474472" y="469946"/>
                  <a:pt x="482032" y="478745"/>
                  <a:pt x="482032" y="492964"/>
                </a:cubicBezTo>
                <a:cubicBezTo>
                  <a:pt x="482032" y="507095"/>
                  <a:pt x="472070" y="519182"/>
                  <a:pt x="453747" y="522381"/>
                </a:cubicBezTo>
                <a:lnTo>
                  <a:pt x="453747" y="530735"/>
                </a:lnTo>
                <a:cubicBezTo>
                  <a:pt x="453747" y="535001"/>
                  <a:pt x="450278" y="538556"/>
                  <a:pt x="446009" y="538556"/>
                </a:cubicBezTo>
                <a:cubicBezTo>
                  <a:pt x="441650" y="538556"/>
                  <a:pt x="438270" y="535090"/>
                  <a:pt x="438270" y="530735"/>
                </a:cubicBezTo>
                <a:lnTo>
                  <a:pt x="438270" y="523448"/>
                </a:lnTo>
                <a:cubicBezTo>
                  <a:pt x="431777" y="523181"/>
                  <a:pt x="425373" y="521937"/>
                  <a:pt x="420036" y="520337"/>
                </a:cubicBezTo>
                <a:cubicBezTo>
                  <a:pt x="414966" y="518737"/>
                  <a:pt x="412031" y="513494"/>
                  <a:pt x="413365" y="508339"/>
                </a:cubicBezTo>
                <a:lnTo>
                  <a:pt x="413543" y="507806"/>
                </a:lnTo>
                <a:cubicBezTo>
                  <a:pt x="414077" y="505495"/>
                  <a:pt x="415589" y="503540"/>
                  <a:pt x="417724" y="502385"/>
                </a:cubicBezTo>
                <a:cubicBezTo>
                  <a:pt x="419858" y="501318"/>
                  <a:pt x="422260" y="501052"/>
                  <a:pt x="424572" y="501852"/>
                </a:cubicBezTo>
                <a:cubicBezTo>
                  <a:pt x="429820" y="503718"/>
                  <a:pt x="435869" y="505051"/>
                  <a:pt x="442362" y="505051"/>
                </a:cubicBezTo>
                <a:cubicBezTo>
                  <a:pt x="451345" y="505051"/>
                  <a:pt x="457572" y="501585"/>
                  <a:pt x="457572" y="495186"/>
                </a:cubicBezTo>
                <a:cubicBezTo>
                  <a:pt x="457572" y="489143"/>
                  <a:pt x="452502" y="485410"/>
                  <a:pt x="440761" y="481411"/>
                </a:cubicBezTo>
                <a:cubicBezTo>
                  <a:pt x="423772" y="475634"/>
                  <a:pt x="412209" y="467724"/>
                  <a:pt x="412209" y="452349"/>
                </a:cubicBezTo>
                <a:cubicBezTo>
                  <a:pt x="412209" y="438396"/>
                  <a:pt x="421993" y="427465"/>
                  <a:pt x="438982" y="424088"/>
                </a:cubicBezTo>
                <a:lnTo>
                  <a:pt x="438982" y="416800"/>
                </a:lnTo>
                <a:cubicBezTo>
                  <a:pt x="438982" y="412534"/>
                  <a:pt x="442451" y="409068"/>
                  <a:pt x="446809" y="409068"/>
                </a:cubicBezTo>
                <a:close/>
                <a:moveTo>
                  <a:pt x="447093" y="399133"/>
                </a:moveTo>
                <a:cubicBezTo>
                  <a:pt x="405967" y="399133"/>
                  <a:pt x="372407" y="432629"/>
                  <a:pt x="372407" y="473767"/>
                </a:cubicBezTo>
                <a:cubicBezTo>
                  <a:pt x="372407" y="514905"/>
                  <a:pt x="405967" y="548402"/>
                  <a:pt x="447093" y="548402"/>
                </a:cubicBezTo>
                <a:cubicBezTo>
                  <a:pt x="488308" y="548402"/>
                  <a:pt x="521867" y="514905"/>
                  <a:pt x="521867" y="473767"/>
                </a:cubicBezTo>
                <a:cubicBezTo>
                  <a:pt x="521867" y="432629"/>
                  <a:pt x="488308" y="399133"/>
                  <a:pt x="447093" y="399133"/>
                </a:cubicBezTo>
                <a:close/>
                <a:moveTo>
                  <a:pt x="165311" y="379995"/>
                </a:moveTo>
                <a:cubicBezTo>
                  <a:pt x="172698" y="379995"/>
                  <a:pt x="178927" y="385506"/>
                  <a:pt x="179728" y="392971"/>
                </a:cubicBezTo>
                <a:cubicBezTo>
                  <a:pt x="182042" y="414836"/>
                  <a:pt x="192721" y="434478"/>
                  <a:pt x="209808" y="448254"/>
                </a:cubicBezTo>
                <a:cubicBezTo>
                  <a:pt x="221644" y="457764"/>
                  <a:pt x="235528" y="463541"/>
                  <a:pt x="250212" y="465586"/>
                </a:cubicBezTo>
                <a:cubicBezTo>
                  <a:pt x="250212" y="465586"/>
                  <a:pt x="245050" y="447010"/>
                  <a:pt x="240778" y="433856"/>
                </a:cubicBezTo>
                <a:cubicBezTo>
                  <a:pt x="239977" y="431456"/>
                  <a:pt x="240155" y="428790"/>
                  <a:pt x="242024" y="427012"/>
                </a:cubicBezTo>
                <a:cubicBezTo>
                  <a:pt x="243982" y="425323"/>
                  <a:pt x="246830" y="425146"/>
                  <a:pt x="248966" y="426657"/>
                </a:cubicBezTo>
                <a:lnTo>
                  <a:pt x="316156" y="473851"/>
                </a:lnTo>
                <a:cubicBezTo>
                  <a:pt x="319538" y="476251"/>
                  <a:pt x="321496" y="480073"/>
                  <a:pt x="321407" y="484161"/>
                </a:cubicBezTo>
                <a:cubicBezTo>
                  <a:pt x="321229" y="488250"/>
                  <a:pt x="319004" y="491983"/>
                  <a:pt x="315622" y="494116"/>
                </a:cubicBezTo>
                <a:lnTo>
                  <a:pt x="245584" y="537133"/>
                </a:lnTo>
                <a:cubicBezTo>
                  <a:pt x="243448" y="538555"/>
                  <a:pt x="240511" y="538200"/>
                  <a:pt x="238731" y="536422"/>
                </a:cubicBezTo>
                <a:cubicBezTo>
                  <a:pt x="236862" y="534556"/>
                  <a:pt x="236862" y="531889"/>
                  <a:pt x="237841" y="529489"/>
                </a:cubicBezTo>
                <a:cubicBezTo>
                  <a:pt x="245940" y="509136"/>
                  <a:pt x="251013" y="495004"/>
                  <a:pt x="251013" y="495004"/>
                </a:cubicBezTo>
                <a:cubicBezTo>
                  <a:pt x="229387" y="492960"/>
                  <a:pt x="208918" y="484695"/>
                  <a:pt x="191653" y="470741"/>
                </a:cubicBezTo>
                <a:cubicBezTo>
                  <a:pt x="168515" y="452076"/>
                  <a:pt x="154009" y="425501"/>
                  <a:pt x="150894" y="395993"/>
                </a:cubicBezTo>
                <a:cubicBezTo>
                  <a:pt x="150093" y="387994"/>
                  <a:pt x="155878" y="380884"/>
                  <a:pt x="163798" y="380084"/>
                </a:cubicBezTo>
                <a:cubicBezTo>
                  <a:pt x="164332" y="379995"/>
                  <a:pt x="164866" y="379995"/>
                  <a:pt x="165311" y="379995"/>
                </a:cubicBezTo>
                <a:close/>
                <a:moveTo>
                  <a:pt x="447093" y="360660"/>
                </a:moveTo>
                <a:cubicBezTo>
                  <a:pt x="509672" y="360660"/>
                  <a:pt x="560501" y="411394"/>
                  <a:pt x="560501" y="473767"/>
                </a:cubicBezTo>
                <a:cubicBezTo>
                  <a:pt x="560501" y="536140"/>
                  <a:pt x="509672" y="586963"/>
                  <a:pt x="447093" y="586963"/>
                </a:cubicBezTo>
                <a:cubicBezTo>
                  <a:pt x="384603" y="586963"/>
                  <a:pt x="333774" y="536140"/>
                  <a:pt x="333774" y="473767"/>
                </a:cubicBezTo>
                <a:cubicBezTo>
                  <a:pt x="333774" y="411394"/>
                  <a:pt x="384603" y="360660"/>
                  <a:pt x="447093" y="360660"/>
                </a:cubicBezTo>
                <a:close/>
                <a:moveTo>
                  <a:pt x="99451" y="239217"/>
                </a:moveTo>
                <a:cubicBezTo>
                  <a:pt x="103101" y="239217"/>
                  <a:pt x="106128" y="242238"/>
                  <a:pt x="106128" y="245881"/>
                </a:cubicBezTo>
                <a:lnTo>
                  <a:pt x="106128" y="251213"/>
                </a:lnTo>
                <a:cubicBezTo>
                  <a:pt x="111024" y="251390"/>
                  <a:pt x="115119" y="252101"/>
                  <a:pt x="118502" y="252990"/>
                </a:cubicBezTo>
                <a:cubicBezTo>
                  <a:pt x="122685" y="254056"/>
                  <a:pt x="125178" y="258321"/>
                  <a:pt x="124110" y="262498"/>
                </a:cubicBezTo>
                <a:lnTo>
                  <a:pt x="123932" y="262942"/>
                </a:lnTo>
                <a:cubicBezTo>
                  <a:pt x="123398" y="264897"/>
                  <a:pt x="122151" y="266585"/>
                  <a:pt x="120371" y="267563"/>
                </a:cubicBezTo>
                <a:cubicBezTo>
                  <a:pt x="118680" y="268540"/>
                  <a:pt x="116632" y="268718"/>
                  <a:pt x="114674" y="268185"/>
                </a:cubicBezTo>
                <a:cubicBezTo>
                  <a:pt x="111380" y="267207"/>
                  <a:pt x="107285" y="266407"/>
                  <a:pt x="102300" y="266407"/>
                </a:cubicBezTo>
                <a:cubicBezTo>
                  <a:pt x="93487" y="266407"/>
                  <a:pt x="90639" y="270139"/>
                  <a:pt x="90639" y="273960"/>
                </a:cubicBezTo>
                <a:cubicBezTo>
                  <a:pt x="90639" y="278403"/>
                  <a:pt x="95357" y="281336"/>
                  <a:pt x="106929" y="285601"/>
                </a:cubicBezTo>
                <a:cubicBezTo>
                  <a:pt x="123131" y="291376"/>
                  <a:pt x="129629" y="298752"/>
                  <a:pt x="129629" y="311014"/>
                </a:cubicBezTo>
                <a:cubicBezTo>
                  <a:pt x="129629" y="323099"/>
                  <a:pt x="121083" y="333406"/>
                  <a:pt x="105416" y="336072"/>
                </a:cubicBezTo>
                <a:lnTo>
                  <a:pt x="105416" y="343270"/>
                </a:lnTo>
                <a:cubicBezTo>
                  <a:pt x="105416" y="346913"/>
                  <a:pt x="102478" y="349934"/>
                  <a:pt x="98828" y="349934"/>
                </a:cubicBezTo>
                <a:cubicBezTo>
                  <a:pt x="95090" y="349934"/>
                  <a:pt x="92152" y="346913"/>
                  <a:pt x="92152" y="343270"/>
                </a:cubicBezTo>
                <a:lnTo>
                  <a:pt x="92152" y="337049"/>
                </a:lnTo>
                <a:cubicBezTo>
                  <a:pt x="86544" y="336783"/>
                  <a:pt x="81113" y="335805"/>
                  <a:pt x="76573" y="334384"/>
                </a:cubicBezTo>
                <a:cubicBezTo>
                  <a:pt x="72212" y="333051"/>
                  <a:pt x="69719" y="328519"/>
                  <a:pt x="70876" y="324165"/>
                </a:cubicBezTo>
                <a:lnTo>
                  <a:pt x="70965" y="323632"/>
                </a:lnTo>
                <a:cubicBezTo>
                  <a:pt x="71499" y="321677"/>
                  <a:pt x="72835" y="319989"/>
                  <a:pt x="74615" y="319011"/>
                </a:cubicBezTo>
                <a:cubicBezTo>
                  <a:pt x="76395" y="318123"/>
                  <a:pt x="78532" y="317945"/>
                  <a:pt x="80401" y="318567"/>
                </a:cubicBezTo>
                <a:cubicBezTo>
                  <a:pt x="84941" y="320166"/>
                  <a:pt x="90193" y="321322"/>
                  <a:pt x="95713" y="321322"/>
                </a:cubicBezTo>
                <a:cubicBezTo>
                  <a:pt x="103368" y="321322"/>
                  <a:pt x="108709" y="318300"/>
                  <a:pt x="108709" y="312880"/>
                </a:cubicBezTo>
                <a:cubicBezTo>
                  <a:pt x="108709" y="307726"/>
                  <a:pt x="104348" y="304439"/>
                  <a:pt x="94288" y="301062"/>
                </a:cubicBezTo>
                <a:cubicBezTo>
                  <a:pt x="79778" y="296175"/>
                  <a:pt x="69897" y="289422"/>
                  <a:pt x="69897" y="276271"/>
                </a:cubicBezTo>
                <a:cubicBezTo>
                  <a:pt x="69897" y="264364"/>
                  <a:pt x="78265" y="254945"/>
                  <a:pt x="92775" y="252101"/>
                </a:cubicBezTo>
                <a:lnTo>
                  <a:pt x="92775" y="245881"/>
                </a:lnTo>
                <a:cubicBezTo>
                  <a:pt x="92775" y="242238"/>
                  <a:pt x="95802" y="239217"/>
                  <a:pt x="99451" y="239217"/>
                </a:cubicBezTo>
                <a:close/>
                <a:moveTo>
                  <a:pt x="99699" y="233523"/>
                </a:moveTo>
                <a:cubicBezTo>
                  <a:pt x="65962" y="233523"/>
                  <a:pt x="38634" y="260894"/>
                  <a:pt x="38634" y="294575"/>
                </a:cubicBezTo>
                <a:cubicBezTo>
                  <a:pt x="38634" y="328256"/>
                  <a:pt x="65962" y="355628"/>
                  <a:pt x="99699" y="355628"/>
                </a:cubicBezTo>
                <a:cubicBezTo>
                  <a:pt x="133437" y="355628"/>
                  <a:pt x="160854" y="328256"/>
                  <a:pt x="160854" y="294575"/>
                </a:cubicBezTo>
                <a:cubicBezTo>
                  <a:pt x="160854" y="260894"/>
                  <a:pt x="133437" y="233523"/>
                  <a:pt x="99699" y="233523"/>
                </a:cubicBezTo>
                <a:close/>
                <a:moveTo>
                  <a:pt x="99699" y="195043"/>
                </a:moveTo>
                <a:cubicBezTo>
                  <a:pt x="154712" y="195043"/>
                  <a:pt x="199488" y="239655"/>
                  <a:pt x="199488" y="294575"/>
                </a:cubicBezTo>
                <a:cubicBezTo>
                  <a:pt x="199488" y="349496"/>
                  <a:pt x="154712" y="394108"/>
                  <a:pt x="99699" y="394108"/>
                </a:cubicBezTo>
                <a:cubicBezTo>
                  <a:pt x="44776" y="394108"/>
                  <a:pt x="0" y="349496"/>
                  <a:pt x="0" y="294575"/>
                </a:cubicBezTo>
                <a:cubicBezTo>
                  <a:pt x="0" y="239655"/>
                  <a:pt x="44776" y="195043"/>
                  <a:pt x="99699" y="195043"/>
                </a:cubicBezTo>
                <a:close/>
                <a:moveTo>
                  <a:pt x="245584" y="50676"/>
                </a:moveTo>
                <a:lnTo>
                  <a:pt x="315622" y="93675"/>
                </a:lnTo>
                <a:cubicBezTo>
                  <a:pt x="319004" y="95807"/>
                  <a:pt x="321229" y="99538"/>
                  <a:pt x="321407" y="103625"/>
                </a:cubicBezTo>
                <a:cubicBezTo>
                  <a:pt x="321496" y="107711"/>
                  <a:pt x="319538" y="111531"/>
                  <a:pt x="316156" y="113930"/>
                </a:cubicBezTo>
                <a:lnTo>
                  <a:pt x="248966" y="161104"/>
                </a:lnTo>
                <a:cubicBezTo>
                  <a:pt x="246830" y="162614"/>
                  <a:pt x="243982" y="162437"/>
                  <a:pt x="242024" y="160749"/>
                </a:cubicBezTo>
                <a:cubicBezTo>
                  <a:pt x="240155" y="159061"/>
                  <a:pt x="239977" y="156396"/>
                  <a:pt x="240778" y="153908"/>
                </a:cubicBezTo>
                <a:cubicBezTo>
                  <a:pt x="245050" y="140760"/>
                  <a:pt x="250212" y="122192"/>
                  <a:pt x="250212" y="122192"/>
                </a:cubicBezTo>
                <a:cubicBezTo>
                  <a:pt x="235528" y="124236"/>
                  <a:pt x="221644" y="130010"/>
                  <a:pt x="209808" y="139516"/>
                </a:cubicBezTo>
                <a:cubicBezTo>
                  <a:pt x="192721" y="153286"/>
                  <a:pt x="182042" y="173009"/>
                  <a:pt x="179728" y="194863"/>
                </a:cubicBezTo>
                <a:cubicBezTo>
                  <a:pt x="178927" y="202237"/>
                  <a:pt x="172698" y="207745"/>
                  <a:pt x="165311" y="207745"/>
                </a:cubicBezTo>
                <a:cubicBezTo>
                  <a:pt x="164866" y="207745"/>
                  <a:pt x="164332" y="207745"/>
                  <a:pt x="163798" y="207656"/>
                </a:cubicBezTo>
                <a:cubicBezTo>
                  <a:pt x="155878" y="206856"/>
                  <a:pt x="150093" y="199749"/>
                  <a:pt x="150894" y="191754"/>
                </a:cubicBezTo>
                <a:cubicBezTo>
                  <a:pt x="154009" y="162259"/>
                  <a:pt x="168515" y="135696"/>
                  <a:pt x="191653" y="117040"/>
                </a:cubicBezTo>
                <a:cubicBezTo>
                  <a:pt x="208918" y="103092"/>
                  <a:pt x="229387" y="94830"/>
                  <a:pt x="251013" y="92786"/>
                </a:cubicBezTo>
                <a:cubicBezTo>
                  <a:pt x="251013" y="92786"/>
                  <a:pt x="245940" y="78661"/>
                  <a:pt x="237841" y="58317"/>
                </a:cubicBezTo>
                <a:cubicBezTo>
                  <a:pt x="236862" y="55918"/>
                  <a:pt x="236862" y="53253"/>
                  <a:pt x="238731" y="51387"/>
                </a:cubicBezTo>
                <a:cubicBezTo>
                  <a:pt x="240511" y="49610"/>
                  <a:pt x="243448" y="49255"/>
                  <a:pt x="245584" y="50676"/>
                </a:cubicBezTo>
                <a:close/>
                <a:moveTo>
                  <a:pt x="446809" y="48408"/>
                </a:moveTo>
                <a:cubicBezTo>
                  <a:pt x="451079" y="48408"/>
                  <a:pt x="454547" y="51874"/>
                  <a:pt x="454547" y="56140"/>
                </a:cubicBezTo>
                <a:lnTo>
                  <a:pt x="454547" y="62361"/>
                </a:lnTo>
                <a:cubicBezTo>
                  <a:pt x="460329" y="62628"/>
                  <a:pt x="465043" y="63427"/>
                  <a:pt x="469046" y="64494"/>
                </a:cubicBezTo>
                <a:cubicBezTo>
                  <a:pt x="473849" y="65738"/>
                  <a:pt x="476784" y="70715"/>
                  <a:pt x="475539" y="75603"/>
                </a:cubicBezTo>
                <a:lnTo>
                  <a:pt x="475272" y="76669"/>
                </a:lnTo>
                <a:cubicBezTo>
                  <a:pt x="474738" y="78891"/>
                  <a:pt x="473315" y="80669"/>
                  <a:pt x="471358" y="81735"/>
                </a:cubicBezTo>
                <a:cubicBezTo>
                  <a:pt x="469402" y="82802"/>
                  <a:pt x="467089" y="83068"/>
                  <a:pt x="465043" y="82446"/>
                </a:cubicBezTo>
                <a:cubicBezTo>
                  <a:pt x="461130" y="81202"/>
                  <a:pt x="456237" y="80136"/>
                  <a:pt x="450100" y="80136"/>
                </a:cubicBezTo>
                <a:cubicBezTo>
                  <a:pt x="439782" y="80136"/>
                  <a:pt x="436491" y="84579"/>
                  <a:pt x="436491" y="89023"/>
                </a:cubicBezTo>
                <a:cubicBezTo>
                  <a:pt x="436491" y="94266"/>
                  <a:pt x="442006" y="97555"/>
                  <a:pt x="455526" y="102709"/>
                </a:cubicBezTo>
                <a:cubicBezTo>
                  <a:pt x="474472" y="109375"/>
                  <a:pt x="482032" y="118084"/>
                  <a:pt x="482032" y="132393"/>
                </a:cubicBezTo>
                <a:cubicBezTo>
                  <a:pt x="482032" y="146435"/>
                  <a:pt x="472070" y="158522"/>
                  <a:pt x="453747" y="161721"/>
                </a:cubicBezTo>
                <a:lnTo>
                  <a:pt x="453747" y="170075"/>
                </a:lnTo>
                <a:cubicBezTo>
                  <a:pt x="453747" y="174430"/>
                  <a:pt x="450278" y="177896"/>
                  <a:pt x="446009" y="177896"/>
                </a:cubicBezTo>
                <a:cubicBezTo>
                  <a:pt x="441650" y="177896"/>
                  <a:pt x="438270" y="174430"/>
                  <a:pt x="438270" y="170164"/>
                </a:cubicBezTo>
                <a:lnTo>
                  <a:pt x="438270" y="162787"/>
                </a:lnTo>
                <a:cubicBezTo>
                  <a:pt x="431777" y="162521"/>
                  <a:pt x="425373" y="161365"/>
                  <a:pt x="420036" y="159677"/>
                </a:cubicBezTo>
                <a:cubicBezTo>
                  <a:pt x="414966" y="158077"/>
                  <a:pt x="412031" y="152834"/>
                  <a:pt x="413365" y="147679"/>
                </a:cubicBezTo>
                <a:lnTo>
                  <a:pt x="413543" y="147146"/>
                </a:lnTo>
                <a:cubicBezTo>
                  <a:pt x="414077" y="144835"/>
                  <a:pt x="415589" y="142880"/>
                  <a:pt x="417724" y="141725"/>
                </a:cubicBezTo>
                <a:cubicBezTo>
                  <a:pt x="419858" y="140658"/>
                  <a:pt x="422260" y="140480"/>
                  <a:pt x="424572" y="141191"/>
                </a:cubicBezTo>
                <a:cubicBezTo>
                  <a:pt x="429820" y="143147"/>
                  <a:pt x="435869" y="144391"/>
                  <a:pt x="442362" y="144391"/>
                </a:cubicBezTo>
                <a:cubicBezTo>
                  <a:pt x="451345" y="144391"/>
                  <a:pt x="457572" y="140925"/>
                  <a:pt x="457572" y="134526"/>
                </a:cubicBezTo>
                <a:cubicBezTo>
                  <a:pt x="457572" y="128571"/>
                  <a:pt x="452502" y="124750"/>
                  <a:pt x="440761" y="120751"/>
                </a:cubicBezTo>
                <a:cubicBezTo>
                  <a:pt x="423772" y="115063"/>
                  <a:pt x="412209" y="107153"/>
                  <a:pt x="412209" y="91689"/>
                </a:cubicBezTo>
                <a:cubicBezTo>
                  <a:pt x="412209" y="77736"/>
                  <a:pt x="421993" y="66805"/>
                  <a:pt x="438982" y="63516"/>
                </a:cubicBezTo>
                <a:lnTo>
                  <a:pt x="438982" y="56140"/>
                </a:lnTo>
                <a:cubicBezTo>
                  <a:pt x="438982" y="51874"/>
                  <a:pt x="442451" y="48408"/>
                  <a:pt x="446809" y="48408"/>
                </a:cubicBezTo>
                <a:close/>
                <a:moveTo>
                  <a:pt x="447093" y="38573"/>
                </a:moveTo>
                <a:cubicBezTo>
                  <a:pt x="405967" y="38573"/>
                  <a:pt x="372407" y="71992"/>
                  <a:pt x="372407" y="113142"/>
                </a:cubicBezTo>
                <a:cubicBezTo>
                  <a:pt x="372407" y="154382"/>
                  <a:pt x="405967" y="187801"/>
                  <a:pt x="447093" y="187801"/>
                </a:cubicBezTo>
                <a:cubicBezTo>
                  <a:pt x="488308" y="187801"/>
                  <a:pt x="521867" y="154382"/>
                  <a:pt x="521867" y="113142"/>
                </a:cubicBezTo>
                <a:cubicBezTo>
                  <a:pt x="521867" y="71992"/>
                  <a:pt x="488308" y="38573"/>
                  <a:pt x="447093" y="38573"/>
                </a:cubicBezTo>
                <a:close/>
                <a:moveTo>
                  <a:pt x="447093" y="0"/>
                </a:moveTo>
                <a:cubicBezTo>
                  <a:pt x="509672" y="0"/>
                  <a:pt x="560501" y="50750"/>
                  <a:pt x="560501" y="113231"/>
                </a:cubicBezTo>
                <a:cubicBezTo>
                  <a:pt x="560501" y="175624"/>
                  <a:pt x="509672" y="226374"/>
                  <a:pt x="447093" y="226374"/>
                </a:cubicBezTo>
                <a:cubicBezTo>
                  <a:pt x="384603" y="226374"/>
                  <a:pt x="333774" y="175624"/>
                  <a:pt x="333774" y="113231"/>
                </a:cubicBezTo>
                <a:cubicBezTo>
                  <a:pt x="333774" y="50750"/>
                  <a:pt x="384603" y="0"/>
                  <a:pt x="447093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4829175" y="2743897"/>
            <a:ext cx="25336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Efficiency and Engagement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9175" y="3354818"/>
            <a:ext cx="2533650" cy="1669688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Reduced time for data collection (80% faster) and enhanced stakeholder engagement.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03916" y="2743897"/>
            <a:ext cx="25336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Scalability and Recognition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03916" y="3354818"/>
            <a:ext cx="2533650" cy="1669688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Scalable platform for future expansion and industry recognition &amp; thought leadership.</a:t>
            </a:r>
          </a:p>
        </p:txBody>
      </p:sp>
      <p:sp>
        <p:nvSpPr>
          <p:cNvPr id="18" name="AutoShape 18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ROI &amp; Benefits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Future Enhancements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9600" b="0" i="0" u="none" spc="100" baseline="0">
                <a:solidFill>
                  <a:schemeClr val="accent4"/>
                </a:solidFill>
                <a:latin typeface="Arial"/>
                <a:ea typeface="Arial"/>
              </a:rPr>
              <a:t>18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1328" y="4656213"/>
            <a:ext cx="2180673" cy="2201787"/>
            <a:chOff x="10011328" y="4656213"/>
            <a:chExt cx="2180673" cy="2201787"/>
          </a:xfrm>
        </p:grpSpPr>
        <p:sp>
          <p:nvSpPr>
            <p:cNvPr id="3" name="Freeform 3"/>
            <p:cNvSpPr/>
            <p:nvPr/>
          </p:nvSpPr>
          <p:spPr>
            <a:xfrm>
              <a:off x="10011328" y="4656213"/>
              <a:ext cx="2180673" cy="2201787"/>
            </a:xfrm>
            <a:custGeom>
              <a:avLst/>
              <a:gdLst/>
              <a:ahLst/>
              <a:cxnLst/>
              <a:rect l="l" t="t" r="r" b="b"/>
              <a:pathLst>
                <a:path w="2180673" h="2201787">
                  <a:moveTo>
                    <a:pt x="2180673" y="0"/>
                  </a:moveTo>
                  <a:lnTo>
                    <a:pt x="2180673" y="2201787"/>
                  </a:lnTo>
                  <a:lnTo>
                    <a:pt x="0" y="2201787"/>
                  </a:lnTo>
                  <a:lnTo>
                    <a:pt x="7470" y="2175555"/>
                  </a:lnTo>
                  <a:cubicBezTo>
                    <a:pt x="224691" y="1546547"/>
                    <a:pt x="741412" y="1650327"/>
                    <a:pt x="826512" y="1292699"/>
                  </a:cubicBezTo>
                  <a:cubicBezTo>
                    <a:pt x="848890" y="1197543"/>
                    <a:pt x="844587" y="1066137"/>
                    <a:pt x="823930" y="923857"/>
                  </a:cubicBezTo>
                  <a:cubicBezTo>
                    <a:pt x="755937" y="438109"/>
                    <a:pt x="1083858" y="1298"/>
                    <a:pt x="1508175" y="1298"/>
                  </a:cubicBezTo>
                  <a:cubicBezTo>
                    <a:pt x="1516782" y="1298"/>
                    <a:pt x="1524528" y="1298"/>
                    <a:pt x="1532274" y="2204"/>
                  </a:cubicBezTo>
                  <a:cubicBezTo>
                    <a:pt x="1651910" y="6735"/>
                    <a:pt x="1772405" y="9454"/>
                    <a:pt x="1887737" y="9454"/>
                  </a:cubicBezTo>
                  <a:cubicBezTo>
                    <a:pt x="1961756" y="9454"/>
                    <a:pt x="2033623" y="8321"/>
                    <a:pt x="2101402" y="5603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10345194" y="4792023"/>
              <a:ext cx="1846806" cy="2065977"/>
            </a:xfrm>
            <a:custGeom>
              <a:avLst/>
              <a:gdLst/>
              <a:ahLst/>
              <a:cxnLst/>
              <a:rect l="l" t="t" r="r" b="b"/>
              <a:pathLst>
                <a:path w="1846806" h="2065977">
                  <a:moveTo>
                    <a:pt x="1422907" y="0"/>
                  </a:moveTo>
                  <a:cubicBezTo>
                    <a:pt x="1431011" y="0"/>
                    <a:pt x="1438305" y="0"/>
                    <a:pt x="1445599" y="847"/>
                  </a:cubicBezTo>
                  <a:cubicBezTo>
                    <a:pt x="1558251" y="5081"/>
                    <a:pt x="1671714" y="7622"/>
                    <a:pt x="1780313" y="7622"/>
                  </a:cubicBezTo>
                  <a:lnTo>
                    <a:pt x="1846806" y="6432"/>
                  </a:lnTo>
                  <a:lnTo>
                    <a:pt x="1846806" y="2065977"/>
                  </a:lnTo>
                  <a:lnTo>
                    <a:pt x="0" y="2065977"/>
                  </a:lnTo>
                  <a:lnTo>
                    <a:pt x="9801" y="2031819"/>
                  </a:lnTo>
                  <a:cubicBezTo>
                    <a:pt x="214343" y="1444018"/>
                    <a:pt x="700901" y="1540999"/>
                    <a:pt x="781034" y="1206800"/>
                  </a:cubicBezTo>
                  <a:cubicBezTo>
                    <a:pt x="802106" y="1117877"/>
                    <a:pt x="798053" y="995081"/>
                    <a:pt x="778603" y="862121"/>
                  </a:cubicBezTo>
                  <a:cubicBezTo>
                    <a:pt x="714578" y="408195"/>
                    <a:pt x="1023357" y="0"/>
                    <a:pt x="1422907" y="0"/>
                  </a:cubicBezTo>
                  <a:close/>
                </a:path>
              </a:pathLst>
            </a:custGeom>
            <a:solidFill>
              <a:schemeClr val="accent1">
                <a:alpha val="46000"/>
              </a:schemeClr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1434623" cy="1628775"/>
          </a:xfrm>
          <a:custGeom>
            <a:avLst/>
            <a:gdLst/>
            <a:ahLst/>
            <a:cxnLst/>
            <a:rect l="l" t="t" r="r" b="b"/>
            <a:pathLst>
              <a:path w="1434623" h="1628775">
                <a:moveTo>
                  <a:pt x="0" y="0"/>
                </a:moveTo>
                <a:lnTo>
                  <a:pt x="1126221" y="0"/>
                </a:lnTo>
                <a:lnTo>
                  <a:pt x="1159943" y="27823"/>
                </a:lnTo>
                <a:cubicBezTo>
                  <a:pt x="1329655" y="197535"/>
                  <a:pt x="1434623" y="431989"/>
                  <a:pt x="1434623" y="690959"/>
                </a:cubicBezTo>
                <a:cubicBezTo>
                  <a:pt x="1434623" y="1208900"/>
                  <a:pt x="1014748" y="1628775"/>
                  <a:pt x="496807" y="1628775"/>
                </a:cubicBezTo>
                <a:cubicBezTo>
                  <a:pt x="334951" y="1628775"/>
                  <a:pt x="182671" y="1587772"/>
                  <a:pt x="49789" y="1515586"/>
                </a:cubicBezTo>
                <a:lnTo>
                  <a:pt x="0" y="1485339"/>
                </a:lnTo>
                <a:close/>
              </a:path>
            </a:pathLst>
          </a:custGeom>
          <a:solidFill>
            <a:schemeClr val="accent1">
              <a:alpha val="68000"/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849131" y="517567"/>
            <a:ext cx="436870" cy="4368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17445" y="1322261"/>
            <a:ext cx="3600000" cy="1943990"/>
          </a:xfrm>
          <a:prstGeom prst="roundRect">
            <a:avLst/>
          </a:prstGeom>
          <a:solidFill>
            <a:schemeClr val="tx1">
              <a:alpha val="20000"/>
              <a:lumMod val="25000"/>
              <a:lumOff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3951667" y="2026291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4108553" y="2158588"/>
            <a:ext cx="226228" cy="275406"/>
          </a:xfrm>
          <a:custGeom>
            <a:avLst/>
            <a:gdLst/>
            <a:ahLst/>
            <a:cxnLst/>
            <a:rect l="l" t="t" r="r" b="b"/>
            <a:pathLst>
              <a:path w="438150" h="533400">
                <a:moveTo>
                  <a:pt x="284197" y="621"/>
                </a:moveTo>
                <a:cubicBezTo>
                  <a:pt x="285149" y="621"/>
                  <a:pt x="286102" y="621"/>
                  <a:pt x="286102" y="621"/>
                </a:cubicBezTo>
                <a:lnTo>
                  <a:pt x="286102" y="124446"/>
                </a:lnTo>
                <a:lnTo>
                  <a:pt x="286102" y="126351"/>
                </a:lnTo>
                <a:cubicBezTo>
                  <a:pt x="287055" y="141591"/>
                  <a:pt x="299437" y="153021"/>
                  <a:pt x="314677" y="153021"/>
                </a:cubicBezTo>
                <a:lnTo>
                  <a:pt x="314677" y="153021"/>
                </a:lnTo>
                <a:lnTo>
                  <a:pt x="438502" y="153021"/>
                </a:lnTo>
                <a:cubicBezTo>
                  <a:pt x="438502" y="153974"/>
                  <a:pt x="438502" y="154926"/>
                  <a:pt x="438502" y="154926"/>
                </a:cubicBezTo>
                <a:lnTo>
                  <a:pt x="438502" y="505446"/>
                </a:lnTo>
                <a:cubicBezTo>
                  <a:pt x="438502" y="521639"/>
                  <a:pt x="426120" y="534021"/>
                  <a:pt x="409927" y="534021"/>
                </a:cubicBezTo>
                <a:lnTo>
                  <a:pt x="28927" y="534021"/>
                </a:lnTo>
                <a:cubicBezTo>
                  <a:pt x="12734" y="534021"/>
                  <a:pt x="352" y="521639"/>
                  <a:pt x="352" y="505446"/>
                </a:cubicBezTo>
                <a:lnTo>
                  <a:pt x="352" y="29196"/>
                </a:lnTo>
                <a:cubicBezTo>
                  <a:pt x="352" y="13004"/>
                  <a:pt x="12734" y="621"/>
                  <a:pt x="28927" y="621"/>
                </a:cubicBezTo>
                <a:lnTo>
                  <a:pt x="284197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49907" y="314946"/>
                </a:lnTo>
                <a:cubicBezTo>
                  <a:pt x="280387" y="313994"/>
                  <a:pt x="305152" y="288276"/>
                  <a:pt x="305152" y="257796"/>
                </a:cubicBezTo>
                <a:cubicBezTo>
                  <a:pt x="305152" y="226364"/>
                  <a:pt x="279434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8957" y="219696"/>
                  <a:pt x="286102" y="236841"/>
                  <a:pt x="286102" y="257796"/>
                </a:cubicBezTo>
                <a:cubicBezTo>
                  <a:pt x="286102" y="278751"/>
                  <a:pt x="268957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14677" y="133971"/>
                </a:lnTo>
                <a:lnTo>
                  <a:pt x="313724" y="133971"/>
                </a:lnTo>
                <a:cubicBezTo>
                  <a:pt x="308962" y="133019"/>
                  <a:pt x="305152" y="129209"/>
                  <a:pt x="305152" y="124446"/>
                </a:cubicBezTo>
                <a:lnTo>
                  <a:pt x="305152" y="124446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  <p:sp>
        <p:nvSpPr>
          <p:cNvPr id="10" name="AutoShape 10"/>
          <p:cNvSpPr/>
          <p:nvPr/>
        </p:nvSpPr>
        <p:spPr>
          <a:xfrm flipH="1">
            <a:off x="4294172" y="1832200"/>
            <a:ext cx="3600000" cy="3600000"/>
          </a:xfrm>
          <a:prstGeom prst="blockArc">
            <a:avLst>
              <a:gd name="adj1" fmla="val 16200000"/>
              <a:gd name="adj2" fmla="val 0"/>
              <a:gd name="adj3" fmla="val 16361"/>
            </a:avLst>
          </a:prstGeom>
          <a:solidFill>
            <a:schemeClr val="tx1">
              <a:alpha val="50000"/>
              <a:lumMod val="25000"/>
              <a:lumOff val="75000"/>
            </a:schemeClr>
          </a:solidFill>
          <a:ln w="38100" cap="flat" cmpd="sng">
            <a:solidFill>
              <a:srgbClr val="F0F0F0"/>
            </a:solidFill>
            <a:prstDash val="solid"/>
            <a:miter lim="800000"/>
          </a:ln>
        </p:spPr>
        <p:txBody>
          <a:bodyPr vert="horz" lIns="108000" tIns="108000" rIns="108000" bIns="10800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57763" y="1322261"/>
            <a:ext cx="3362723" cy="1943990"/>
          </a:xfrm>
          <a:prstGeom prst="roundRect">
            <a:avLst/>
          </a:prstGeom>
          <a:solidFill>
            <a:schemeClr val="tx1">
              <a:alpha val="20000"/>
              <a:lumMod val="25000"/>
              <a:lumOff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7694231" y="2026291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7826528" y="2193014"/>
            <a:ext cx="275406" cy="206554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626" y="621"/>
                  <a:pt x="534008" y="13004"/>
                  <a:pt x="534008" y="29196"/>
                </a:cubicBezTo>
                <a:lnTo>
                  <a:pt x="534008" y="372096"/>
                </a:lnTo>
                <a:cubicBezTo>
                  <a:pt x="534008" y="388289"/>
                  <a:pt x="521626" y="400671"/>
                  <a:pt x="505433" y="400671"/>
                </a:cubicBezTo>
                <a:lnTo>
                  <a:pt x="29183" y="400671"/>
                </a:lnTo>
                <a:cubicBezTo>
                  <a:pt x="12990" y="400671"/>
                  <a:pt x="608" y="388289"/>
                  <a:pt x="608" y="372096"/>
                </a:cubicBezTo>
                <a:lnTo>
                  <a:pt x="608" y="29196"/>
                </a:lnTo>
                <a:cubicBezTo>
                  <a:pt x="608" y="13004"/>
                  <a:pt x="12990" y="621"/>
                  <a:pt x="29183" y="621"/>
                </a:cubicBezTo>
                <a:lnTo>
                  <a:pt x="505433" y="621"/>
                </a:lnTo>
                <a:close/>
                <a:moveTo>
                  <a:pt x="391133" y="198741"/>
                </a:moveTo>
                <a:cubicBezTo>
                  <a:pt x="378751" y="189216"/>
                  <a:pt x="360653" y="192074"/>
                  <a:pt x="351128" y="204456"/>
                </a:cubicBezTo>
                <a:lnTo>
                  <a:pt x="351128" y="204456"/>
                </a:lnTo>
                <a:lnTo>
                  <a:pt x="267308" y="315899"/>
                </a:lnTo>
                <a:cubicBezTo>
                  <a:pt x="266355" y="316851"/>
                  <a:pt x="265403" y="317804"/>
                  <a:pt x="264451" y="318756"/>
                </a:cubicBezTo>
                <a:cubicBezTo>
                  <a:pt x="253021" y="330186"/>
                  <a:pt x="234923" y="330186"/>
                  <a:pt x="224446" y="318756"/>
                </a:cubicBezTo>
                <a:lnTo>
                  <a:pt x="224446" y="318756"/>
                </a:lnTo>
                <a:lnTo>
                  <a:pt x="162533" y="257796"/>
                </a:lnTo>
                <a:cubicBezTo>
                  <a:pt x="161580" y="256844"/>
                  <a:pt x="161580" y="256844"/>
                  <a:pt x="160628" y="255891"/>
                </a:cubicBezTo>
                <a:cubicBezTo>
                  <a:pt x="148246" y="245414"/>
                  <a:pt x="130148" y="247319"/>
                  <a:pt x="120623" y="259701"/>
                </a:cubicBezTo>
                <a:lnTo>
                  <a:pt x="120623" y="259701"/>
                </a:lnTo>
                <a:lnTo>
                  <a:pt x="32993" y="366381"/>
                </a:lnTo>
                <a:cubicBezTo>
                  <a:pt x="32040" y="368286"/>
                  <a:pt x="31088" y="370191"/>
                  <a:pt x="31088" y="372096"/>
                </a:cubicBezTo>
                <a:cubicBezTo>
                  <a:pt x="31088" y="377811"/>
                  <a:pt x="34898" y="381621"/>
                  <a:pt x="40613" y="381621"/>
                </a:cubicBezTo>
                <a:lnTo>
                  <a:pt x="40613" y="381621"/>
                </a:lnTo>
                <a:lnTo>
                  <a:pt x="497813" y="381621"/>
                </a:lnTo>
                <a:cubicBezTo>
                  <a:pt x="499718" y="381621"/>
                  <a:pt x="501623" y="380669"/>
                  <a:pt x="503528" y="379716"/>
                </a:cubicBezTo>
                <a:cubicBezTo>
                  <a:pt x="508290" y="376859"/>
                  <a:pt x="509243" y="371144"/>
                  <a:pt x="506386" y="366381"/>
                </a:cubicBezTo>
                <a:lnTo>
                  <a:pt x="506386" y="366381"/>
                </a:lnTo>
                <a:lnTo>
                  <a:pt x="398753" y="205409"/>
                </a:lnTo>
                <a:cubicBezTo>
                  <a:pt x="395896" y="202551"/>
                  <a:pt x="393990" y="200646"/>
                  <a:pt x="391133" y="198741"/>
                </a:cubicBezTo>
                <a:close/>
                <a:moveTo>
                  <a:pt x="95858" y="57771"/>
                </a:moveTo>
                <a:cubicBezTo>
                  <a:pt x="74903" y="57771"/>
                  <a:pt x="57758" y="74916"/>
                  <a:pt x="57758" y="95871"/>
                </a:cubicBezTo>
                <a:cubicBezTo>
                  <a:pt x="57758" y="116826"/>
                  <a:pt x="74903" y="133971"/>
                  <a:pt x="95858" y="133971"/>
                </a:cubicBezTo>
                <a:cubicBezTo>
                  <a:pt x="116813" y="133971"/>
                  <a:pt x="133958" y="116826"/>
                  <a:pt x="133958" y="95871"/>
                </a:cubicBezTo>
                <a:cubicBezTo>
                  <a:pt x="133958" y="74916"/>
                  <a:pt x="116813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l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285129" y="1832200"/>
            <a:ext cx="3600000" cy="3600000"/>
          </a:xfrm>
          <a:prstGeom prst="blockArc">
            <a:avLst>
              <a:gd name="adj1" fmla="val 16200000"/>
              <a:gd name="adj2" fmla="val 0"/>
              <a:gd name="adj3" fmla="val 16361"/>
            </a:avLst>
          </a:prstGeom>
          <a:solidFill>
            <a:schemeClr val="tx1">
              <a:alpha val="50000"/>
              <a:lumMod val="25000"/>
              <a:lumOff val="75000"/>
            </a:schemeClr>
          </a:solidFill>
          <a:ln w="38100" cap="flat" cmpd="sng">
            <a:solidFill>
              <a:srgbClr val="F0F0F0"/>
            </a:solidFill>
            <a:prstDash val="solid"/>
            <a:miter lim="800000"/>
          </a:ln>
        </p:spPr>
        <p:txBody>
          <a:bodyPr vert="horz" lIns="108000" tIns="108000" rIns="108000" bIns="10800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17445" y="4021500"/>
            <a:ext cx="3600000" cy="1943990"/>
          </a:xfrm>
          <a:prstGeom prst="roundRect">
            <a:avLst/>
          </a:prstGeom>
          <a:solidFill>
            <a:schemeClr val="tx1">
              <a:alpha val="20000"/>
              <a:lumMod val="25000"/>
              <a:lumOff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3951667" y="4699447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4083963" y="4834203"/>
            <a:ext cx="275408" cy="270488"/>
          </a:xfrm>
          <a:custGeom>
            <a:avLst/>
            <a:gdLst/>
            <a:ahLst/>
            <a:cxnLst/>
            <a:rect l="l" t="t" r="r" b="b"/>
            <a:pathLst>
              <a:path w="533400" h="523875">
                <a:moveTo>
                  <a:pt x="343764" y="276846"/>
                </a:moveTo>
                <a:cubicBezTo>
                  <a:pt x="359957" y="276846"/>
                  <a:pt x="372339" y="289229"/>
                  <a:pt x="372339" y="305421"/>
                </a:cubicBezTo>
                <a:lnTo>
                  <a:pt x="372339" y="495921"/>
                </a:lnTo>
                <a:cubicBezTo>
                  <a:pt x="372339" y="512114"/>
                  <a:pt x="359957" y="524496"/>
                  <a:pt x="343764" y="524496"/>
                </a:cubicBezTo>
                <a:lnTo>
                  <a:pt x="191364" y="524496"/>
                </a:lnTo>
                <a:cubicBezTo>
                  <a:pt x="175171" y="524496"/>
                  <a:pt x="162789" y="512114"/>
                  <a:pt x="162789" y="495921"/>
                </a:cubicBezTo>
                <a:lnTo>
                  <a:pt x="162789" y="305421"/>
                </a:lnTo>
                <a:cubicBezTo>
                  <a:pt x="162789" y="289229"/>
                  <a:pt x="175171" y="276846"/>
                  <a:pt x="191364" y="276846"/>
                </a:cubicBezTo>
                <a:lnTo>
                  <a:pt x="343764" y="276846"/>
                </a:lnTo>
                <a:close/>
                <a:moveTo>
                  <a:pt x="143739" y="114921"/>
                </a:moveTo>
                <a:cubicBezTo>
                  <a:pt x="143739" y="134924"/>
                  <a:pt x="159932" y="152069"/>
                  <a:pt x="179934" y="153021"/>
                </a:cubicBezTo>
                <a:lnTo>
                  <a:pt x="181839" y="153021"/>
                </a:lnTo>
                <a:lnTo>
                  <a:pt x="353289" y="153021"/>
                </a:lnTo>
                <a:cubicBezTo>
                  <a:pt x="373292" y="153021"/>
                  <a:pt x="390436" y="136829"/>
                  <a:pt x="391389" y="116826"/>
                </a:cubicBezTo>
                <a:lnTo>
                  <a:pt x="391389" y="114921"/>
                </a:lnTo>
                <a:lnTo>
                  <a:pt x="505689" y="114921"/>
                </a:lnTo>
                <a:cubicBezTo>
                  <a:pt x="521882" y="114921"/>
                  <a:pt x="534264" y="127304"/>
                  <a:pt x="534264" y="143496"/>
                </a:cubicBezTo>
                <a:lnTo>
                  <a:pt x="534264" y="381621"/>
                </a:lnTo>
                <a:cubicBezTo>
                  <a:pt x="534264" y="397814"/>
                  <a:pt x="521882" y="410196"/>
                  <a:pt x="505689" y="410196"/>
                </a:cubicBezTo>
                <a:lnTo>
                  <a:pt x="391389" y="410196"/>
                </a:lnTo>
                <a:lnTo>
                  <a:pt x="391389" y="295896"/>
                </a:lnTo>
                <a:cubicBezTo>
                  <a:pt x="391389" y="275894"/>
                  <a:pt x="375196" y="258749"/>
                  <a:pt x="355194" y="257796"/>
                </a:cubicBezTo>
                <a:lnTo>
                  <a:pt x="353289" y="257796"/>
                </a:lnTo>
                <a:lnTo>
                  <a:pt x="181839" y="257796"/>
                </a:lnTo>
                <a:cubicBezTo>
                  <a:pt x="161836" y="257796"/>
                  <a:pt x="144692" y="273989"/>
                  <a:pt x="143739" y="293991"/>
                </a:cubicBezTo>
                <a:lnTo>
                  <a:pt x="143739" y="295896"/>
                </a:lnTo>
                <a:lnTo>
                  <a:pt x="143739" y="410196"/>
                </a:lnTo>
                <a:lnTo>
                  <a:pt x="29439" y="410196"/>
                </a:lnTo>
                <a:cubicBezTo>
                  <a:pt x="13246" y="410196"/>
                  <a:pt x="864" y="397814"/>
                  <a:pt x="864" y="381621"/>
                </a:cubicBezTo>
                <a:lnTo>
                  <a:pt x="864" y="201599"/>
                </a:lnTo>
                <a:cubicBezTo>
                  <a:pt x="864" y="192074"/>
                  <a:pt x="4674" y="182549"/>
                  <a:pt x="11342" y="175881"/>
                </a:cubicBezTo>
                <a:lnTo>
                  <a:pt x="56109" y="127304"/>
                </a:lnTo>
                <a:cubicBezTo>
                  <a:pt x="63729" y="119684"/>
                  <a:pt x="73254" y="114921"/>
                  <a:pt x="83732" y="114921"/>
                </a:cubicBezTo>
                <a:lnTo>
                  <a:pt x="143739" y="114921"/>
                </a:lnTo>
                <a:close/>
                <a:moveTo>
                  <a:pt x="462827" y="172071"/>
                </a:moveTo>
                <a:cubicBezTo>
                  <a:pt x="455207" y="172071"/>
                  <a:pt x="448539" y="178739"/>
                  <a:pt x="448539" y="186359"/>
                </a:cubicBezTo>
                <a:cubicBezTo>
                  <a:pt x="448539" y="193979"/>
                  <a:pt x="455207" y="200646"/>
                  <a:pt x="462827" y="200646"/>
                </a:cubicBezTo>
                <a:cubicBezTo>
                  <a:pt x="470446" y="200646"/>
                  <a:pt x="477114" y="193979"/>
                  <a:pt x="477114" y="186359"/>
                </a:cubicBezTo>
                <a:cubicBezTo>
                  <a:pt x="477114" y="178739"/>
                  <a:pt x="470446" y="172071"/>
                  <a:pt x="462827" y="172071"/>
                </a:cubicBezTo>
                <a:close/>
                <a:moveTo>
                  <a:pt x="343764" y="621"/>
                </a:moveTo>
                <a:cubicBezTo>
                  <a:pt x="359957" y="621"/>
                  <a:pt x="372339" y="13004"/>
                  <a:pt x="372339" y="29196"/>
                </a:cubicBezTo>
                <a:lnTo>
                  <a:pt x="372339" y="105396"/>
                </a:lnTo>
                <a:cubicBezTo>
                  <a:pt x="372339" y="121589"/>
                  <a:pt x="359957" y="133971"/>
                  <a:pt x="343764" y="133971"/>
                </a:cubicBezTo>
                <a:lnTo>
                  <a:pt x="191364" y="133971"/>
                </a:lnTo>
                <a:cubicBezTo>
                  <a:pt x="175171" y="133971"/>
                  <a:pt x="162789" y="121589"/>
                  <a:pt x="162789" y="105396"/>
                </a:cubicBezTo>
                <a:lnTo>
                  <a:pt x="162789" y="29196"/>
                </a:lnTo>
                <a:cubicBezTo>
                  <a:pt x="162789" y="13004"/>
                  <a:pt x="175171" y="621"/>
                  <a:pt x="191364" y="621"/>
                </a:cubicBezTo>
                <a:lnTo>
                  <a:pt x="343764" y="621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  <p:sp>
        <p:nvSpPr>
          <p:cNvPr id="18" name="AutoShape 18"/>
          <p:cNvSpPr/>
          <p:nvPr/>
        </p:nvSpPr>
        <p:spPr>
          <a:xfrm flipH="1" flipV="1">
            <a:off x="4294172" y="1832200"/>
            <a:ext cx="3600000" cy="3600000"/>
          </a:xfrm>
          <a:prstGeom prst="blockArc">
            <a:avLst>
              <a:gd name="adj1" fmla="val 16200000"/>
              <a:gd name="adj2" fmla="val 0"/>
              <a:gd name="adj3" fmla="val 16361"/>
            </a:avLst>
          </a:prstGeom>
          <a:solidFill>
            <a:schemeClr val="tx1">
              <a:alpha val="50000"/>
              <a:lumMod val="25000"/>
              <a:lumOff val="75000"/>
            </a:schemeClr>
          </a:solidFill>
          <a:ln w="38100" cap="flat" cmpd="sng">
            <a:solidFill>
              <a:srgbClr val="F0F0F0"/>
            </a:solidFill>
            <a:prstDash val="solid"/>
            <a:miter lim="800000"/>
          </a:ln>
        </p:spPr>
        <p:txBody>
          <a:bodyPr vert="horz" lIns="108000" tIns="108000" rIns="108000" bIns="10800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57763" y="4021500"/>
            <a:ext cx="3362723" cy="1943990"/>
          </a:xfrm>
          <a:prstGeom prst="roundRect">
            <a:avLst/>
          </a:prstGeom>
          <a:solidFill>
            <a:schemeClr val="tx1">
              <a:alpha val="20000"/>
              <a:lumMod val="25000"/>
              <a:lumOff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7694231" y="4699447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7838382" y="4834448"/>
            <a:ext cx="251698" cy="269998"/>
          </a:xfrm>
          <a:custGeom>
            <a:avLst/>
            <a:gdLst/>
            <a:ahLst/>
            <a:cxnLst/>
            <a:rect l="l" t="t" r="r" b="b"/>
            <a:pathLst>
              <a:path w="487477" h="522922">
                <a:moveTo>
                  <a:pt x="8356" y="512114"/>
                </a:moveTo>
                <a:lnTo>
                  <a:pt x="8356" y="512114"/>
                </a:lnTo>
                <a:lnTo>
                  <a:pt x="8356" y="512114"/>
                </a:lnTo>
                <a:lnTo>
                  <a:pt x="7404" y="511161"/>
                </a:lnTo>
                <a:cubicBezTo>
                  <a:pt x="6451" y="510209"/>
                  <a:pt x="6451" y="509256"/>
                  <a:pt x="5499" y="508303"/>
                </a:cubicBezTo>
                <a:lnTo>
                  <a:pt x="5499" y="508303"/>
                </a:lnTo>
                <a:lnTo>
                  <a:pt x="5499" y="507351"/>
                </a:lnTo>
                <a:lnTo>
                  <a:pt x="4546" y="505446"/>
                </a:lnTo>
                <a:lnTo>
                  <a:pt x="3593" y="503541"/>
                </a:lnTo>
                <a:lnTo>
                  <a:pt x="3593" y="503541"/>
                </a:lnTo>
                <a:lnTo>
                  <a:pt x="3593" y="503541"/>
                </a:lnTo>
                <a:lnTo>
                  <a:pt x="3593" y="503541"/>
                </a:lnTo>
                <a:lnTo>
                  <a:pt x="2641" y="501636"/>
                </a:lnTo>
                <a:cubicBezTo>
                  <a:pt x="2641" y="501636"/>
                  <a:pt x="2641" y="500684"/>
                  <a:pt x="2641" y="500684"/>
                </a:cubicBezTo>
                <a:cubicBezTo>
                  <a:pt x="2641" y="499731"/>
                  <a:pt x="2641" y="499731"/>
                  <a:pt x="1689" y="498778"/>
                </a:cubicBezTo>
                <a:cubicBezTo>
                  <a:pt x="1689" y="497826"/>
                  <a:pt x="736" y="495921"/>
                  <a:pt x="736" y="494968"/>
                </a:cubicBezTo>
                <a:lnTo>
                  <a:pt x="736" y="492111"/>
                </a:lnTo>
                <a:cubicBezTo>
                  <a:pt x="736" y="490206"/>
                  <a:pt x="736" y="487349"/>
                  <a:pt x="736" y="485443"/>
                </a:cubicBezTo>
                <a:cubicBezTo>
                  <a:pt x="736" y="478776"/>
                  <a:pt x="2641" y="473061"/>
                  <a:pt x="5499" y="467346"/>
                </a:cubicBezTo>
                <a:lnTo>
                  <a:pt x="155041" y="151116"/>
                </a:lnTo>
                <a:cubicBezTo>
                  <a:pt x="157899" y="146353"/>
                  <a:pt x="158851" y="140639"/>
                  <a:pt x="158851" y="134924"/>
                </a:cubicBezTo>
                <a:lnTo>
                  <a:pt x="158851" y="19671"/>
                </a:lnTo>
                <a:lnTo>
                  <a:pt x="120751" y="19671"/>
                </a:lnTo>
                <a:lnTo>
                  <a:pt x="120751" y="621"/>
                </a:lnTo>
                <a:lnTo>
                  <a:pt x="368401" y="621"/>
                </a:lnTo>
                <a:lnTo>
                  <a:pt x="368401" y="19671"/>
                </a:lnTo>
                <a:lnTo>
                  <a:pt x="330301" y="19671"/>
                </a:lnTo>
                <a:lnTo>
                  <a:pt x="330301" y="134924"/>
                </a:lnTo>
                <a:cubicBezTo>
                  <a:pt x="330301" y="140639"/>
                  <a:pt x="331254" y="146353"/>
                  <a:pt x="334111" y="151116"/>
                </a:cubicBezTo>
                <a:lnTo>
                  <a:pt x="483654" y="467346"/>
                </a:lnTo>
                <a:cubicBezTo>
                  <a:pt x="489368" y="478776"/>
                  <a:pt x="489368" y="492111"/>
                  <a:pt x="485558" y="504493"/>
                </a:cubicBezTo>
                <a:lnTo>
                  <a:pt x="485558" y="504493"/>
                </a:lnTo>
                <a:lnTo>
                  <a:pt x="484606" y="506399"/>
                </a:lnTo>
                <a:cubicBezTo>
                  <a:pt x="479843" y="515924"/>
                  <a:pt x="470318" y="522591"/>
                  <a:pt x="459841" y="523543"/>
                </a:cubicBezTo>
                <a:lnTo>
                  <a:pt x="457936" y="523543"/>
                </a:lnTo>
                <a:lnTo>
                  <a:pt x="32168" y="523543"/>
                </a:lnTo>
                <a:lnTo>
                  <a:pt x="30264" y="523543"/>
                </a:lnTo>
                <a:cubicBezTo>
                  <a:pt x="29311" y="523543"/>
                  <a:pt x="28358" y="523543"/>
                  <a:pt x="27406" y="523543"/>
                </a:cubicBezTo>
                <a:cubicBezTo>
                  <a:pt x="26454" y="523543"/>
                  <a:pt x="24549" y="523543"/>
                  <a:pt x="23596" y="522591"/>
                </a:cubicBezTo>
                <a:lnTo>
                  <a:pt x="23596" y="522591"/>
                </a:lnTo>
                <a:cubicBezTo>
                  <a:pt x="21691" y="521639"/>
                  <a:pt x="19786" y="521639"/>
                  <a:pt x="17881" y="520686"/>
                </a:cubicBezTo>
                <a:lnTo>
                  <a:pt x="15976" y="519734"/>
                </a:lnTo>
                <a:cubicBezTo>
                  <a:pt x="15976" y="519734"/>
                  <a:pt x="15024" y="519734"/>
                  <a:pt x="15024" y="518781"/>
                </a:cubicBezTo>
                <a:cubicBezTo>
                  <a:pt x="13118" y="517828"/>
                  <a:pt x="11214" y="515924"/>
                  <a:pt x="10261" y="514971"/>
                </a:cubicBezTo>
                <a:lnTo>
                  <a:pt x="8356" y="512114"/>
                </a:lnTo>
                <a:lnTo>
                  <a:pt x="8356" y="512114"/>
                </a:lnTo>
                <a:close/>
                <a:moveTo>
                  <a:pt x="255054" y="402576"/>
                </a:moveTo>
                <a:lnTo>
                  <a:pt x="252196" y="404481"/>
                </a:lnTo>
                <a:lnTo>
                  <a:pt x="246481" y="408291"/>
                </a:lnTo>
                <a:cubicBezTo>
                  <a:pt x="198856" y="439724"/>
                  <a:pt x="119799" y="440676"/>
                  <a:pt x="55029" y="414959"/>
                </a:cubicBezTo>
                <a:lnTo>
                  <a:pt x="51218" y="413053"/>
                </a:lnTo>
                <a:lnTo>
                  <a:pt x="22643" y="474014"/>
                </a:lnTo>
                <a:lnTo>
                  <a:pt x="21691" y="475918"/>
                </a:lnTo>
                <a:cubicBezTo>
                  <a:pt x="18833" y="482586"/>
                  <a:pt x="18833" y="490206"/>
                  <a:pt x="21691" y="495921"/>
                </a:cubicBezTo>
                <a:cubicBezTo>
                  <a:pt x="22643" y="498778"/>
                  <a:pt x="25501" y="501636"/>
                  <a:pt x="29311" y="502589"/>
                </a:cubicBezTo>
                <a:lnTo>
                  <a:pt x="30264" y="502589"/>
                </a:lnTo>
                <a:lnTo>
                  <a:pt x="31216" y="502589"/>
                </a:lnTo>
                <a:lnTo>
                  <a:pt x="456983" y="502589"/>
                </a:lnTo>
                <a:lnTo>
                  <a:pt x="457936" y="502589"/>
                </a:lnTo>
                <a:cubicBezTo>
                  <a:pt x="461746" y="502589"/>
                  <a:pt x="464604" y="499731"/>
                  <a:pt x="466508" y="495921"/>
                </a:cubicBezTo>
                <a:cubicBezTo>
                  <a:pt x="468414" y="490206"/>
                  <a:pt x="469366" y="483539"/>
                  <a:pt x="467461" y="477824"/>
                </a:cubicBezTo>
                <a:lnTo>
                  <a:pt x="466508" y="475918"/>
                </a:lnTo>
                <a:lnTo>
                  <a:pt x="465556" y="474014"/>
                </a:lnTo>
                <a:lnTo>
                  <a:pt x="423646" y="385431"/>
                </a:lnTo>
                <a:cubicBezTo>
                  <a:pt x="365543" y="372096"/>
                  <a:pt x="296011" y="376859"/>
                  <a:pt x="255054" y="402576"/>
                </a:cubicBezTo>
                <a:close/>
                <a:moveTo>
                  <a:pt x="305536" y="255891"/>
                </a:moveTo>
                <a:cubicBezTo>
                  <a:pt x="287439" y="255891"/>
                  <a:pt x="272199" y="271131"/>
                  <a:pt x="272199" y="289228"/>
                </a:cubicBezTo>
                <a:cubicBezTo>
                  <a:pt x="272199" y="307326"/>
                  <a:pt x="287439" y="322566"/>
                  <a:pt x="305536" y="322566"/>
                </a:cubicBezTo>
                <a:cubicBezTo>
                  <a:pt x="323633" y="322566"/>
                  <a:pt x="338874" y="307326"/>
                  <a:pt x="338874" y="289228"/>
                </a:cubicBezTo>
                <a:cubicBezTo>
                  <a:pt x="338874" y="270178"/>
                  <a:pt x="323633" y="255891"/>
                  <a:pt x="305536" y="255891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  <p:sp>
        <p:nvSpPr>
          <p:cNvPr id="22" name="AutoShape 22"/>
          <p:cNvSpPr/>
          <p:nvPr/>
        </p:nvSpPr>
        <p:spPr>
          <a:xfrm flipV="1">
            <a:off x="4285129" y="1832200"/>
            <a:ext cx="3600000" cy="3600000"/>
          </a:xfrm>
          <a:prstGeom prst="blockArc">
            <a:avLst>
              <a:gd name="adj1" fmla="val 16200000"/>
              <a:gd name="adj2" fmla="val 0"/>
              <a:gd name="adj3" fmla="val 16361"/>
            </a:avLst>
          </a:prstGeom>
          <a:solidFill>
            <a:schemeClr val="tx1">
              <a:alpha val="50000"/>
              <a:lumMod val="25000"/>
              <a:lumOff val="75000"/>
            </a:schemeClr>
          </a:solidFill>
          <a:ln w="38100" cap="flat" cmpd="sng">
            <a:solidFill>
              <a:srgbClr val="F0F0F0"/>
            </a:solidFill>
            <a:prstDash val="solid"/>
            <a:miter lim="800000"/>
          </a:ln>
        </p:spPr>
        <p:txBody>
          <a:bodyPr vert="horz" lIns="108000" tIns="108000" rIns="108000" bIns="10800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AutoShape 23"/>
          <p:cNvSpPr/>
          <p:nvPr/>
        </p:nvSpPr>
        <p:spPr>
          <a:xfrm flipH="1">
            <a:off x="948037" y="1348344"/>
            <a:ext cx="3269408" cy="464331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r">
              <a:lnSpc>
                <a:spcPct val="100000"/>
              </a:lnSpc>
              <a:spcBef>
                <a:spcPct val="0"/>
              </a:spcBef>
            </a:pPr>
            <a:r>
              <a:rPr 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AI and Real-Time Features</a:t>
            </a:r>
          </a:p>
        </p:txBody>
      </p:sp>
      <p:sp>
        <p:nvSpPr>
          <p:cNvPr id="24" name="AutoShape 24"/>
          <p:cNvSpPr/>
          <p:nvPr/>
        </p:nvSpPr>
        <p:spPr>
          <a:xfrm flipH="1">
            <a:off x="861822" y="1677808"/>
            <a:ext cx="3373027" cy="73914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AI-powered player recommendation engine and real-time injury prediction.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234230" y="1333949"/>
            <a:ext cx="3284670" cy="464331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</a:pPr>
            <a:r>
              <a:rPr 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Advanced Analytics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234230" y="1663413"/>
            <a:ext cx="3284669" cy="73914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Live sentiment analysis from social media and advanced video analytics integration.</a:t>
            </a:r>
          </a:p>
        </p:txBody>
      </p:sp>
      <p:sp>
        <p:nvSpPr>
          <p:cNvPr id="27" name="AutoShape 27"/>
          <p:cNvSpPr/>
          <p:nvPr/>
        </p:nvSpPr>
        <p:spPr>
          <a:xfrm flipH="1">
            <a:off x="948037" y="4021500"/>
            <a:ext cx="3269408" cy="464331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r">
              <a:lnSpc>
                <a:spcPct val="100000"/>
              </a:lnSpc>
              <a:spcBef>
                <a:spcPct val="0"/>
              </a:spcBef>
            </a:pPr>
            <a:r>
              <a:rPr 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Platform Expansion</a:t>
            </a:r>
          </a:p>
        </p:txBody>
      </p:sp>
      <p:sp>
        <p:nvSpPr>
          <p:cNvPr id="28" name="AutoShape 28"/>
          <p:cNvSpPr/>
          <p:nvPr/>
        </p:nvSpPr>
        <p:spPr>
          <a:xfrm flipH="1">
            <a:off x="861822" y="4350964"/>
            <a:ext cx="3373027" cy="73914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Mobile app for coaches &amp; players and multi-sport analytics platform.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234230" y="4007105"/>
            <a:ext cx="3284670" cy="464331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</a:pPr>
            <a:r>
              <a:rPr 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Verification</a:t>
            </a:r>
          </a:p>
        </p:txBody>
      </p:sp>
      <p:sp>
        <p:nvSpPr>
          <p:cNvPr id="30" name="AutoShape 30"/>
          <p:cNvSpPr/>
          <p:nvPr/>
        </p:nvSpPr>
        <p:spPr>
          <a:xfrm>
            <a:off x="8234230" y="4336569"/>
            <a:ext cx="3284669" cy="73914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Blockchain for data verification.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75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Roadmap</a:t>
            </a:r>
            <a:endParaRPr lang="en-US" sz="110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24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1451001" y="1593965"/>
            <a:ext cx="5426076" cy="1621509"/>
          </a:xfrm>
        </p:spPr>
        <p:txBody>
          <a:bodyPr vert="horz" lIns="91440" tIns="45720" rIns="91440" bIns="45720" anchor="b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7200" b="1" i="0" u="none" baseline="0" dirty="0">
                <a:solidFill>
                  <a:schemeClr val="accent4"/>
                </a:solidFill>
                <a:latin typeface="+mn-ea"/>
                <a:ea typeface="+mn-ea"/>
              </a:rPr>
              <a:t>Thank you</a:t>
            </a:r>
            <a:r>
              <a:rPr lang="en-IN" altLang="zh-CN" sz="7200" b="1" i="0" u="none" baseline="0" dirty="0">
                <a:solidFill>
                  <a:schemeClr val="accent4"/>
                </a:solidFill>
                <a:latin typeface="+mn-ea"/>
                <a:ea typeface="+mn-ea"/>
              </a:rPr>
              <a:t>.</a:t>
            </a:r>
            <a:endParaRPr lang="zh-CN" altLang="en-US" sz="7200" b="1" i="0" u="none" baseline="0" dirty="0">
              <a:solidFill>
                <a:schemeClr val="accent4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F08300"/>
      </a:accent1>
      <a:accent2>
        <a:srgbClr val="66B3E1"/>
      </a:accent2>
      <a:accent3>
        <a:srgbClr val="1165A0"/>
      </a:accent3>
      <a:accent4>
        <a:srgbClr val="EBA417"/>
      </a:accent4>
      <a:accent5>
        <a:srgbClr val="2E9EDA"/>
      </a:accent5>
      <a:accent6>
        <a:srgbClr val="053675"/>
      </a:accent6>
      <a:hlink>
        <a:srgbClr val="4472C4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6736</Words>
  <Application>Microsoft Office PowerPoint</Application>
  <PresentationFormat>Widescreen</PresentationFormat>
  <Paragraphs>245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Microsoft YaHei</vt:lpstr>
      <vt:lpstr>Microsoft YaHei</vt:lpstr>
      <vt:lpstr>Arial</vt:lpstr>
      <vt:lpstr>Bodoni MT Black</vt:lpstr>
      <vt:lpstr>Office Theme</vt:lpstr>
      <vt:lpstr>   Game Analytics: Unlocking Tennis Data with SportRadar API  </vt:lpstr>
      <vt:lpstr>PowerPoint Presentation</vt:lpstr>
      <vt:lpstr>Project Overview</vt:lpstr>
      <vt:lpstr>Comprehensive Tennis Analytics Platform</vt:lpstr>
      <vt:lpstr>Problem Statement</vt:lpstr>
      <vt:lpstr>Challenges in Tennis Analytics</vt:lpstr>
      <vt:lpstr>About SportRadar API</vt:lpstr>
      <vt:lpstr>Why SportRadar?</vt:lpstr>
      <vt:lpstr>Project Objectives</vt:lpstr>
      <vt:lpstr>Key Goals</vt:lpstr>
      <vt:lpstr>System Architecture</vt:lpstr>
      <vt:lpstr>Architecture Overview</vt:lpstr>
      <vt:lpstr>Data Types &amp; Coverage</vt:lpstr>
      <vt:lpstr>PowerPoint Presentation</vt:lpstr>
      <vt:lpstr>Technology Stack</vt:lpstr>
      <vt:lpstr>PowerPoint Presentation</vt:lpstr>
      <vt:lpstr>API Integration Example</vt:lpstr>
      <vt:lpstr>Getting Started with SportRadar API</vt:lpstr>
      <vt:lpstr>Data Analytics Pipeline</vt:lpstr>
      <vt:lpstr>ETL Process</vt:lpstr>
      <vt:lpstr>Key Metrics &amp; KPIs</vt:lpstr>
      <vt:lpstr>What We're Measuring</vt:lpstr>
      <vt:lpstr>Predictive Analytics</vt:lpstr>
      <vt:lpstr>Machine Learning Models</vt:lpstr>
      <vt:lpstr>Dashboard Showcase</vt:lpstr>
      <vt:lpstr>Interactive Visualizations</vt:lpstr>
      <vt:lpstr>Use Cases</vt:lpstr>
      <vt:lpstr>Applications &amp; Stakeholders</vt:lpstr>
      <vt:lpstr>Implementation Timeline</vt:lpstr>
      <vt:lpstr>PowerPoint Presentation</vt:lpstr>
      <vt:lpstr>Challenges &amp; Solutions</vt:lpstr>
      <vt:lpstr>Overcoming Obstacles</vt:lpstr>
      <vt:lpstr>Results &amp; Impact</vt:lpstr>
      <vt:lpstr>Expected Outcomes</vt:lpstr>
      <vt:lpstr>Business Value</vt:lpstr>
      <vt:lpstr>ROI &amp; Benefits</vt:lpstr>
      <vt:lpstr>Future Enhancements</vt:lpstr>
      <vt:lpstr>PowerPoint Presentation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Lisha V</cp:lastModifiedBy>
  <cp:revision>2</cp:revision>
  <dcterms:created xsi:type="dcterms:W3CDTF">2026-03-20T07:06:13Z</dcterms:created>
  <dcterms:modified xsi:type="dcterms:W3CDTF">2026-03-20T07:08:33Z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{"ContentPropagator":"文多多","Label":"1","ReservedCode1":"1773990373375","ProduceID":"wenduoduo-pptx-1773990373375","ReservedCode2":"1773990373375","PropagateID":"wenduoduo-pptx1773990373375","ContentProducer":"文多多"}</vt:lpwstr>
  </property>
</Properties>
</file>